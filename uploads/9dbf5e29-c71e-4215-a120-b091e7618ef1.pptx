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FFFFFF"/>
        </a:solidFill>
        <a:effectLst/>
        <a:uFillTx/>
        <a:latin typeface="Times New Roman"/>
        <a:ea typeface="Times New Roman"/>
        <a:cs typeface="Times New Roman"/>
        <a:sym typeface="Times New Roman"/>
      </a:defRPr>
    </a:lvl1pPr>
    <a:lvl2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FFFFFF"/>
        </a:solidFill>
        <a:effectLst/>
        <a:uFillTx/>
        <a:latin typeface="Times New Roman"/>
        <a:ea typeface="Times New Roman"/>
        <a:cs typeface="Times New Roman"/>
        <a:sym typeface="Times New Roman"/>
      </a:defRPr>
    </a:lvl2pPr>
    <a:lvl3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FFFFFF"/>
        </a:solidFill>
        <a:effectLst/>
        <a:uFillTx/>
        <a:latin typeface="Times New Roman"/>
        <a:ea typeface="Times New Roman"/>
        <a:cs typeface="Times New Roman"/>
        <a:sym typeface="Times New Roman"/>
      </a:defRPr>
    </a:lvl3pPr>
    <a:lvl4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FFFFFF"/>
        </a:solidFill>
        <a:effectLst/>
        <a:uFillTx/>
        <a:latin typeface="Times New Roman"/>
        <a:ea typeface="Times New Roman"/>
        <a:cs typeface="Times New Roman"/>
        <a:sym typeface="Times New Roman"/>
      </a:defRPr>
    </a:lvl4pPr>
    <a:lvl5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FFFFFF"/>
        </a:solidFill>
        <a:effectLst/>
        <a:uFillTx/>
        <a:latin typeface="Times New Roman"/>
        <a:ea typeface="Times New Roman"/>
        <a:cs typeface="Times New Roman"/>
        <a:sym typeface="Times New Roman"/>
      </a:defRPr>
    </a:lvl5pPr>
    <a:lvl6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FFFFFF"/>
        </a:solidFill>
        <a:effectLst/>
        <a:uFillTx/>
        <a:latin typeface="Times New Roman"/>
        <a:ea typeface="Times New Roman"/>
        <a:cs typeface="Times New Roman"/>
        <a:sym typeface="Times New Roman"/>
      </a:defRPr>
    </a:lvl6pPr>
    <a:lvl7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FFFFFF"/>
        </a:solidFill>
        <a:effectLst/>
        <a:uFillTx/>
        <a:latin typeface="Times New Roman"/>
        <a:ea typeface="Times New Roman"/>
        <a:cs typeface="Times New Roman"/>
        <a:sym typeface="Times New Roman"/>
      </a:defRPr>
    </a:lvl7pPr>
    <a:lvl8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FFFFFF"/>
        </a:solidFill>
        <a:effectLst/>
        <a:uFillTx/>
        <a:latin typeface="Times New Roman"/>
        <a:ea typeface="Times New Roman"/>
        <a:cs typeface="Times New Roman"/>
        <a:sym typeface="Times New Roman"/>
      </a:defRPr>
    </a:lvl8pPr>
    <a:lvl9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FFFFFF"/>
        </a:solidFill>
        <a:effectLst/>
        <a:uFillTx/>
        <a:latin typeface="Times New Roman"/>
        <a:ea typeface="Times New Roman"/>
        <a:cs typeface="Times New Roman"/>
        <a:sym typeface="Times New Roman"/>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FFFFFF"/>
        </a:fontRef>
        <a:srgbClr val="FFFFFF"/>
      </a:tcTxStyle>
      <a:tcStyle>
        <a:tcBdr>
          <a:left>
            <a:ln w="12700" cap="flat">
              <a:solidFill>
                <a:schemeClr val="accent2">
                  <a:satOff val="-5186"/>
                  <a:lumOff val="-28409"/>
                </a:schemeClr>
              </a:solidFill>
              <a:prstDash val="solid"/>
              <a:miter lim="400000"/>
            </a:ln>
          </a:left>
          <a:right>
            <a:ln w="12700" cap="flat">
              <a:solidFill>
                <a:schemeClr val="accent2">
                  <a:satOff val="-5186"/>
                  <a:lumOff val="-28409"/>
                </a:schemeClr>
              </a:solidFill>
              <a:prstDash val="solid"/>
              <a:miter lim="400000"/>
            </a:ln>
          </a:right>
          <a:top>
            <a:ln w="12700" cap="flat">
              <a:solidFill>
                <a:schemeClr val="accent2">
                  <a:satOff val="-5186"/>
                  <a:lumOff val="-28409"/>
                </a:schemeClr>
              </a:solidFill>
              <a:prstDash val="solid"/>
              <a:miter lim="400000"/>
            </a:ln>
          </a:top>
          <a:bottom>
            <a:ln w="12700" cap="flat">
              <a:solidFill>
                <a:schemeClr val="accent2">
                  <a:satOff val="-5186"/>
                  <a:lumOff val="-28409"/>
                </a:schemeClr>
              </a:solidFill>
              <a:prstDash val="solid"/>
              <a:miter lim="400000"/>
            </a:ln>
          </a:bottom>
          <a:insideH>
            <a:ln w="12700" cap="flat">
              <a:solidFill>
                <a:schemeClr val="accent2">
                  <a:satOff val="-5186"/>
                  <a:lumOff val="-28409"/>
                </a:schemeClr>
              </a:solidFill>
              <a:prstDash val="solid"/>
              <a:miter lim="400000"/>
            </a:ln>
          </a:insideH>
          <a:insideV>
            <a:ln w="12700" cap="flat">
              <a:solidFill>
                <a:schemeClr val="accent2">
                  <a:satOff val="-5186"/>
                  <a:lumOff val="-28409"/>
                </a:schemeClr>
              </a:solidFill>
              <a:prstDash val="solid"/>
              <a:miter lim="400000"/>
            </a:ln>
          </a:insideV>
        </a:tcBdr>
        <a:fill>
          <a:solidFill>
            <a:srgbClr val="375A7D"/>
          </a:solidFill>
        </a:fill>
      </a:tcStyle>
    </a:wholeTbl>
    <a:band2H>
      <a:tcTxStyle b="def" i="def"/>
      <a:tcStyle>
        <a:tcBdr/>
        <a:fill>
          <a:solidFill>
            <a:srgbClr val="3B7499"/>
          </a:solidFill>
        </a:fill>
      </a:tcStyle>
    </a:band2H>
    <a:firstCol>
      <a:tcTxStyle b="off" i="off">
        <a:fontRef idx="minor">
          <a:srgbClr val="FFFFFF"/>
        </a:fontRef>
        <a:srgbClr val="FFFFFF"/>
      </a:tcTxStyle>
      <a:tcStyle>
        <a:tcBdr>
          <a:left>
            <a:ln w="12700" cap="flat">
              <a:solidFill>
                <a:schemeClr val="accent2">
                  <a:satOff val="-5186"/>
                  <a:lumOff val="-28409"/>
                </a:schemeClr>
              </a:solidFill>
              <a:prstDash val="solid"/>
              <a:miter lim="400000"/>
            </a:ln>
          </a:left>
          <a:right>
            <a:ln w="12700" cap="flat">
              <a:solidFill>
                <a:srgbClr val="53D5FD"/>
              </a:solidFill>
              <a:prstDash val="solid"/>
              <a:miter lim="400000"/>
            </a:ln>
          </a:right>
          <a:top>
            <a:ln w="12700" cap="flat">
              <a:solidFill>
                <a:schemeClr val="accent2">
                  <a:satOff val="-5186"/>
                  <a:lumOff val="-28409"/>
                </a:schemeClr>
              </a:solidFill>
              <a:prstDash val="solid"/>
              <a:miter lim="400000"/>
            </a:ln>
          </a:top>
          <a:bottom>
            <a:ln w="12700" cap="flat">
              <a:solidFill>
                <a:schemeClr val="accent2">
                  <a:satOff val="-5186"/>
                  <a:lumOff val="-28409"/>
                </a:schemeClr>
              </a:solidFill>
              <a:prstDash val="solid"/>
              <a:miter lim="400000"/>
            </a:ln>
          </a:bottom>
          <a:insideH>
            <a:ln w="12700" cap="flat">
              <a:solidFill>
                <a:schemeClr val="accent2">
                  <a:satOff val="-5186"/>
                  <a:lumOff val="-28409"/>
                </a:schemeClr>
              </a:solidFill>
              <a:prstDash val="solid"/>
              <a:miter lim="400000"/>
            </a:ln>
          </a:insideH>
          <a:insideV>
            <a:ln w="12700" cap="flat">
              <a:solidFill>
                <a:schemeClr val="accent2">
                  <a:satOff val="-5186"/>
                  <a:lumOff val="-28409"/>
                </a:schemeClr>
              </a:solidFill>
              <a:prstDash val="solid"/>
              <a:miter lim="400000"/>
            </a:ln>
          </a:insideV>
        </a:tcBdr>
        <a:fill>
          <a:solidFill>
            <a:schemeClr val="accent1">
              <a:hueOff val="450000"/>
              <a:satOff val="-18071"/>
              <a:lumOff val="-14609"/>
            </a:schemeClr>
          </a:solidFill>
        </a:fill>
      </a:tcStyle>
    </a:firstCol>
    <a:lastRow>
      <a:tcTxStyle b="off" i="off">
        <a:fontRef idx="minor">
          <a:srgbClr val="FFFFFF"/>
        </a:fontRef>
        <a:srgbClr val="FFFFFF"/>
      </a:tcTxStyle>
      <a:tcStyle>
        <a:tcBdr>
          <a:left>
            <a:ln w="12700" cap="flat">
              <a:solidFill>
                <a:schemeClr val="accent2">
                  <a:satOff val="-5186"/>
                  <a:lumOff val="-28409"/>
                </a:schemeClr>
              </a:solidFill>
              <a:prstDash val="solid"/>
              <a:miter lim="400000"/>
            </a:ln>
          </a:left>
          <a:right>
            <a:ln w="12700" cap="flat">
              <a:solidFill>
                <a:schemeClr val="accent2">
                  <a:satOff val="-5186"/>
                  <a:lumOff val="-28409"/>
                </a:schemeClr>
              </a:solidFill>
              <a:prstDash val="solid"/>
              <a:miter lim="400000"/>
            </a:ln>
          </a:right>
          <a:top>
            <a:ln w="12700" cap="flat">
              <a:solidFill>
                <a:srgbClr val="53D5FD"/>
              </a:solidFill>
              <a:prstDash val="solid"/>
              <a:miter lim="400000"/>
            </a:ln>
          </a:top>
          <a:bottom>
            <a:ln w="12700" cap="flat">
              <a:solidFill>
                <a:schemeClr val="accent2">
                  <a:satOff val="-5186"/>
                  <a:lumOff val="-28409"/>
                </a:schemeClr>
              </a:solidFill>
              <a:prstDash val="solid"/>
              <a:miter lim="400000"/>
            </a:ln>
          </a:bottom>
          <a:insideH>
            <a:ln w="12700" cap="flat">
              <a:solidFill>
                <a:schemeClr val="accent2">
                  <a:satOff val="-5186"/>
                  <a:lumOff val="-28409"/>
                </a:schemeClr>
              </a:solidFill>
              <a:prstDash val="solid"/>
              <a:miter lim="400000"/>
            </a:ln>
          </a:insideH>
          <a:insideV>
            <a:ln w="12700" cap="flat">
              <a:solidFill>
                <a:schemeClr val="accent2">
                  <a:satOff val="-5186"/>
                  <a:lumOff val="-28409"/>
                </a:schemeClr>
              </a:solidFill>
              <a:prstDash val="solid"/>
              <a:miter lim="400000"/>
            </a:ln>
          </a:insideV>
        </a:tcBdr>
        <a:fill>
          <a:solidFill>
            <a:schemeClr val="accent1">
              <a:hueOff val="450000"/>
              <a:satOff val="-18071"/>
              <a:lumOff val="-14609"/>
            </a:schemeClr>
          </a:solidFill>
        </a:fill>
      </a:tcStyle>
    </a:lastRow>
    <a:firstRow>
      <a:tcTxStyle b="off" i="off">
        <a:fontRef idx="minor">
          <a:srgbClr val="FFFFFF"/>
        </a:fontRef>
        <a:srgbClr val="FFFFFF"/>
      </a:tcTxStyle>
      <a:tcStyle>
        <a:tcBdr>
          <a:left>
            <a:ln w="12700" cap="flat">
              <a:solidFill>
                <a:schemeClr val="accent2">
                  <a:satOff val="-5186"/>
                  <a:lumOff val="-28409"/>
                </a:schemeClr>
              </a:solidFill>
              <a:prstDash val="solid"/>
              <a:miter lim="400000"/>
            </a:ln>
          </a:left>
          <a:right>
            <a:ln w="12700" cap="flat">
              <a:solidFill>
                <a:schemeClr val="accent2">
                  <a:satOff val="-5186"/>
                  <a:lumOff val="-28409"/>
                </a:schemeClr>
              </a:solidFill>
              <a:prstDash val="solid"/>
              <a:miter lim="400000"/>
            </a:ln>
          </a:right>
          <a:top>
            <a:ln w="12700" cap="flat">
              <a:solidFill>
                <a:schemeClr val="accent2">
                  <a:satOff val="-5186"/>
                  <a:lumOff val="-28409"/>
                </a:schemeClr>
              </a:solidFill>
              <a:prstDash val="solid"/>
              <a:miter lim="400000"/>
            </a:ln>
          </a:top>
          <a:bottom>
            <a:ln w="12700" cap="flat">
              <a:solidFill>
                <a:srgbClr val="53D5FD"/>
              </a:solidFill>
              <a:prstDash val="solid"/>
              <a:miter lim="400000"/>
            </a:ln>
          </a:bottom>
          <a:insideH>
            <a:ln w="12700" cap="flat">
              <a:solidFill>
                <a:schemeClr val="accent2">
                  <a:satOff val="-5186"/>
                  <a:lumOff val="-28409"/>
                </a:schemeClr>
              </a:solidFill>
              <a:prstDash val="solid"/>
              <a:miter lim="400000"/>
            </a:ln>
          </a:insideH>
          <a:insideV>
            <a:ln w="12700" cap="flat">
              <a:solidFill>
                <a:schemeClr val="accent2">
                  <a:satOff val="-5186"/>
                  <a:lumOff val="-28409"/>
                </a:schemeClr>
              </a:solidFill>
              <a:prstDash val="solid"/>
              <a:miter lim="400000"/>
            </a:ln>
          </a:insideV>
        </a:tcBdr>
        <a:fill>
          <a:solidFill>
            <a:schemeClr val="accent1">
              <a:hueOff val="450000"/>
              <a:satOff val="-18071"/>
              <a:lumOff val="-14609"/>
            </a:schemeClr>
          </a:solidFill>
        </a:fill>
      </a:tcStyle>
    </a:firstRow>
  </a:tblStyle>
  <a:tblStyle styleId="{C7B018BB-80A7-4F77-B60F-C8B233D01FF8}" styleName="">
    <a:tblBg/>
    <a:wholeTbl>
      <a:tcTxStyle b="off" i="off">
        <a:font>
          <a:latin typeface="Avenir Medium"/>
          <a:ea typeface="Avenir Medium"/>
          <a:cs typeface="Avenir Medium"/>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38100" cap="flat">
              <a:solidFill>
                <a:srgbClr val="000000"/>
              </a:solidFill>
              <a:prstDash val="solid"/>
              <a:miter lim="400000"/>
            </a:ln>
          </a:bottom>
          <a:insideH>
            <a:ln w="381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0A0A0A">
              <a:alpha val="92000"/>
            </a:srgbClr>
          </a:solidFill>
        </a:fill>
      </a:tcStyle>
    </a:band2H>
    <a:firstCol>
      <a:tcTxStyle b="off" i="off">
        <a:font>
          <a:latin typeface="Avenir Medium"/>
          <a:ea typeface="Avenir Medium"/>
          <a:cs typeface="Avenir Medium"/>
        </a:font>
        <a:srgbClr val="FFFFFF"/>
      </a:tcTxStyle>
      <a:tcStyle>
        <a:tcBdr>
          <a:left>
            <a:ln w="25400" cap="flat">
              <a:solidFill>
                <a:srgbClr val="000000"/>
              </a:solidFill>
              <a:prstDash val="solid"/>
              <a:miter lim="400000"/>
            </a:ln>
          </a:left>
          <a:right>
            <a:ln w="63500" cap="flat">
              <a:solidFill>
                <a:srgbClr val="000000"/>
              </a:solidFill>
              <a:prstDash val="solid"/>
              <a:miter lim="400000"/>
            </a:ln>
          </a:right>
          <a:top>
            <a:ln w="38100" cap="flat">
              <a:solidFill>
                <a:srgbClr val="000000"/>
              </a:solidFill>
              <a:prstDash val="solid"/>
              <a:miter lim="400000"/>
            </a:ln>
          </a:top>
          <a:bottom>
            <a:ln w="38100" cap="flat">
              <a:solidFill>
                <a:srgbClr val="000000"/>
              </a:solidFill>
              <a:prstDash val="solid"/>
              <a:miter lim="400000"/>
            </a:ln>
          </a:bottom>
          <a:insideH>
            <a:ln w="381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ff" i="off">
        <a:font>
          <a:latin typeface="Avenir Medium"/>
          <a:ea typeface="Avenir Medium"/>
          <a:cs typeface="Avenir Medium"/>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63500" cap="flat">
              <a:solidFill>
                <a:srgbClr val="000000"/>
              </a:solidFill>
              <a:prstDash val="solid"/>
              <a:miter lim="400000"/>
            </a:ln>
          </a:top>
          <a:bottom>
            <a:ln w="254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Avenir Medium"/>
          <a:ea typeface="Avenir Medium"/>
          <a:cs typeface="Avenir Medium"/>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635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EEE7283C-3CF3-47DC-8721-378D4A62B228}" styleName="">
    <a:tblBg/>
    <a:wholeTbl>
      <a:tcTxStyle b="off" i="off">
        <a:fontRef idx="minor">
          <a:srgbClr val="FFFFFF"/>
        </a:fontRef>
        <a:srgbClr val="FFFFFF"/>
      </a:tcTxStyle>
      <a:tcStyle>
        <a:tcBdr>
          <a:left>
            <a:ln w="12700" cap="flat">
              <a:solidFill>
                <a:schemeClr val="accent2">
                  <a:satOff val="-5186"/>
                  <a:lumOff val="-28409"/>
                </a:schemeClr>
              </a:solidFill>
              <a:prstDash val="solid"/>
              <a:miter lim="400000"/>
            </a:ln>
          </a:left>
          <a:right>
            <a:ln w="12700" cap="flat">
              <a:solidFill>
                <a:schemeClr val="accent2">
                  <a:satOff val="-5186"/>
                  <a:lumOff val="-28409"/>
                </a:schemeClr>
              </a:solidFill>
              <a:prstDash val="solid"/>
              <a:miter lim="400000"/>
            </a:ln>
          </a:right>
          <a:top>
            <a:ln w="12700" cap="flat">
              <a:solidFill>
                <a:schemeClr val="accent2">
                  <a:satOff val="-5186"/>
                  <a:lumOff val="-28409"/>
                </a:schemeClr>
              </a:solidFill>
              <a:prstDash val="solid"/>
              <a:miter lim="400000"/>
            </a:ln>
          </a:top>
          <a:bottom>
            <a:ln w="12700" cap="flat">
              <a:solidFill>
                <a:schemeClr val="accent2">
                  <a:satOff val="-5186"/>
                  <a:lumOff val="-28409"/>
                </a:schemeClr>
              </a:solidFill>
              <a:prstDash val="solid"/>
              <a:miter lim="400000"/>
            </a:ln>
          </a:bottom>
          <a:insideH>
            <a:ln w="12700" cap="flat">
              <a:solidFill>
                <a:schemeClr val="accent2">
                  <a:satOff val="-5186"/>
                  <a:lumOff val="-28409"/>
                </a:schemeClr>
              </a:solidFill>
              <a:prstDash val="solid"/>
              <a:miter lim="400000"/>
            </a:ln>
          </a:insideH>
          <a:insideV>
            <a:ln w="12700" cap="flat">
              <a:solidFill>
                <a:schemeClr val="accent2">
                  <a:satOff val="-5186"/>
                  <a:lumOff val="-28409"/>
                </a:schemeClr>
              </a:solidFill>
              <a:prstDash val="solid"/>
              <a:miter lim="400000"/>
            </a:ln>
          </a:insideV>
        </a:tcBdr>
        <a:fill>
          <a:noFill/>
        </a:fill>
      </a:tcStyle>
    </a:wholeTbl>
    <a:band2H>
      <a:tcTxStyle b="def" i="def"/>
      <a:tcStyle>
        <a:tcBdr/>
        <a:fill>
          <a:solidFill>
            <a:srgbClr val="00EDFF">
              <a:alpha val="24000"/>
            </a:srgb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solidFill>
                <a:schemeClr val="accent2">
                  <a:satOff val="-5186"/>
                  <a:lumOff val="-28409"/>
                </a:schemeClr>
              </a:solidFill>
              <a:prstDash val="solid"/>
              <a:miter lim="400000"/>
            </a:ln>
          </a:insideV>
        </a:tcBdr>
        <a:fill>
          <a:solidFill>
            <a:schemeClr val="accent2">
              <a:satOff val="-5186"/>
              <a:lumOff val="-12389"/>
            </a:schemeClr>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25400" cap="flat">
              <a:solidFill>
                <a:srgbClr val="FFFFFF"/>
              </a:solidFill>
              <a:prstDash val="solid"/>
              <a:miter lim="400000"/>
            </a:ln>
          </a:top>
          <a:bottom>
            <a:ln w="12700" cap="flat">
              <a:noFill/>
              <a:miter lim="400000"/>
            </a:ln>
          </a:bottom>
          <a:insideH>
            <a:ln w="12700" cap="flat">
              <a:solidFill>
                <a:srgbClr val="00919C">
                  <a:alpha val="79000"/>
                </a:srgbClr>
              </a:solidFill>
              <a:prstDash val="solid"/>
              <a:miter lim="400000"/>
            </a:ln>
          </a:insideH>
          <a:insideV>
            <a:ln w="12700" cap="flat">
              <a:noFill/>
              <a:miter lim="400000"/>
            </a:ln>
          </a:insideV>
        </a:tcBdr>
        <a:fill>
          <a:no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00919C">
                  <a:alpha val="79000"/>
                </a:srgbClr>
              </a:solidFill>
              <a:prstDash val="solid"/>
              <a:miter lim="400000"/>
            </a:ln>
          </a:insideH>
          <a:insideV>
            <a:ln w="12700" cap="flat">
              <a:noFill/>
              <a:miter lim="400000"/>
            </a:ln>
          </a:insideV>
        </a:tcBdr>
        <a:fill>
          <a:solidFill>
            <a:schemeClr val="accent2">
              <a:satOff val="-5186"/>
              <a:lumOff val="-28409"/>
            </a:schemeClr>
          </a:solidFill>
        </a:fill>
      </a:tcStyle>
    </a:firstRow>
  </a:tblStyle>
  <a:tblStyle styleId="{CF821DB8-F4EB-4A41-A1BA-3FCAFE7338EE}" styleName="">
    <a:tblBg/>
    <a:wholeTbl>
      <a:tcTxStyle b="off" i="off">
        <a:fontRef idx="minor">
          <a:srgbClr val="FFFFFF"/>
        </a:fontRef>
        <a:srgbClr val="FFFFFF"/>
      </a:tcTxStyle>
      <a:tcStyle>
        <a:tcBdr>
          <a:left>
            <a:ln w="12700" cap="flat">
              <a:noFill/>
              <a:miter lim="400000"/>
            </a:ln>
          </a:left>
          <a:right>
            <a:ln w="12700" cap="flat">
              <a:noFill/>
              <a:miter lim="400000"/>
            </a:ln>
          </a:right>
          <a:top>
            <a:ln w="25400" cap="rnd">
              <a:solidFill>
                <a:srgbClr val="4F4F4F"/>
              </a:solidFill>
              <a:custDash>
                <a:ds d="100000" sp="200000"/>
              </a:custDash>
              <a:miter lim="400000"/>
            </a:ln>
          </a:top>
          <a:bottom>
            <a:ln w="25400" cap="rnd">
              <a:solidFill>
                <a:srgbClr val="4F4F4F"/>
              </a:solidFill>
              <a:custDash>
                <a:ds d="100000" sp="200000"/>
              </a:custDash>
              <a:miter lim="400000"/>
            </a:ln>
          </a:bottom>
          <a:insideH>
            <a:ln w="25400" cap="rnd">
              <a:solidFill>
                <a:srgbClr val="4F4F4F"/>
              </a:solidFill>
              <a:custDash>
                <a:ds d="100000" sp="200000"/>
              </a:custDash>
              <a:miter lim="400000"/>
            </a:ln>
          </a:insideH>
          <a:insideV>
            <a:ln w="12700" cap="flat">
              <a:noFill/>
              <a:miter lim="400000"/>
            </a:ln>
          </a:insideV>
        </a:tcBdr>
        <a:fill>
          <a:noFill/>
        </a:fill>
      </a:tcStyle>
    </a:wholeTbl>
    <a:band2H>
      <a:tcTxStyle b="def" i="def"/>
      <a:tcStyle>
        <a:tcBdr/>
        <a:fill>
          <a:solidFill>
            <a:srgbClr val="6D6D6D">
              <a:alpha val="25000"/>
            </a:srgb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noFill/>
              <a:miter lim="400000"/>
            </a:ln>
          </a:insideV>
        </a:tcBdr>
        <a:fill>
          <a:solidFill>
            <a:srgbClr val="808080">
              <a:alpha val="32000"/>
            </a:srgbClr>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38100" cap="flat">
              <a:solidFill>
                <a:srgbClr val="000000"/>
              </a:solidFill>
              <a:prstDash val="solid"/>
              <a:miter lim="400000"/>
            </a:ln>
          </a:top>
          <a:bottom>
            <a:ln w="12700" cap="flat">
              <a:noFill/>
              <a:miter lim="400000"/>
            </a:ln>
          </a:bottom>
          <a:insideH>
            <a:ln w="12700" cap="flat">
              <a:solidFill>
                <a:srgbClr val="000000"/>
              </a:solidFill>
              <a:prstDash val="solid"/>
              <a:miter lim="400000"/>
            </a:ln>
          </a:insideH>
          <a:insideV>
            <a:ln w="12700" cap="flat">
              <a:noFill/>
              <a:miter lim="400000"/>
            </a:ln>
          </a:insideV>
        </a:tcBdr>
        <a:fill>
          <a:solidFill>
            <a:srgbClr val="941B00">
              <a:alpha val="80000"/>
            </a:srgbClr>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noFill/>
              <a:miter lim="400000"/>
            </a:ln>
          </a:insideV>
        </a:tcBdr>
        <a:fill>
          <a:solidFill>
            <a:srgbClr val="CD2600">
              <a:alpha val="80000"/>
            </a:srgbClr>
          </a:solidFill>
        </a:fill>
      </a:tcStyle>
    </a:firstRow>
  </a:tblStyle>
  <a:tblStyle styleId="{33BA23B1-9221-436E-865A-0063620EA4FD}" styleName="">
    <a:tblBg/>
    <a:wholeTbl>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4F4F4F"/>
              </a:solidFill>
              <a:prstDash val="solid"/>
              <a:miter lim="400000"/>
            </a:ln>
          </a:top>
          <a:bottom>
            <a:ln w="12700" cap="flat">
              <a:solidFill>
                <a:srgbClr val="4F4F4F"/>
              </a:solidFill>
              <a:prstDash val="solid"/>
              <a:miter lim="400000"/>
            </a:ln>
          </a:bottom>
          <a:insideH>
            <a:ln w="12700" cap="flat">
              <a:solidFill>
                <a:srgbClr val="4F4F4F"/>
              </a:solidFill>
              <a:prstDash val="solid"/>
              <a:miter lim="400000"/>
            </a:ln>
          </a:insideH>
          <a:insideV>
            <a:ln w="12700" cap="flat">
              <a:noFill/>
              <a:miter lim="400000"/>
            </a:ln>
          </a:insideV>
        </a:tcBdr>
        <a:fill>
          <a:noFill/>
        </a:fill>
      </a:tcStyle>
    </a:wholeTbl>
    <a:band2H>
      <a:tcTxStyle b="def" i="def"/>
      <a:tcStyle>
        <a:tcBdr/>
        <a:fill>
          <a:solidFill>
            <a:srgbClr val="797A7B">
              <a:alpha val="30000"/>
            </a:srgb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4F4F4F"/>
              </a:solidFill>
              <a:prstDash val="solid"/>
              <a:miter lim="400000"/>
            </a:ln>
          </a:top>
          <a:bottom>
            <a:ln w="12700" cap="flat">
              <a:solidFill>
                <a:srgbClr val="4F4F4F"/>
              </a:solidFill>
              <a:prstDash val="solid"/>
              <a:miter lim="400000"/>
            </a:ln>
          </a:bottom>
          <a:insideH>
            <a:ln w="12700" cap="flat">
              <a:solidFill>
                <a:srgbClr val="4F4F4F"/>
              </a:solidFill>
              <a:prstDash val="solid"/>
              <a:miter lim="400000"/>
            </a:ln>
          </a:insideH>
          <a:insideV>
            <a:ln w="12700" cap="flat">
              <a:noFill/>
              <a:miter lim="400000"/>
            </a:ln>
          </a:insideV>
        </a:tcBdr>
        <a:fill>
          <a:solidFill>
            <a:srgbClr val="1F2428"/>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808080"/>
              </a:solidFill>
              <a:prstDash val="solid"/>
              <a:miter lim="400000"/>
            </a:ln>
          </a:insideH>
          <a:insideV>
            <a:ln w="12700" cap="flat">
              <a:noFill/>
              <a:miter lim="400000"/>
            </a:ln>
          </a:insideV>
        </a:tcBdr>
        <a:fill>
          <a:solidFill>
            <a:srgbClr val="484B4C"/>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808080"/>
              </a:solidFill>
              <a:prstDash val="solid"/>
              <a:miter lim="400000"/>
            </a:ln>
          </a:insideH>
          <a:insideV>
            <a:ln w="12700" cap="flat">
              <a:noFill/>
              <a:miter lim="400000"/>
            </a:ln>
          </a:insideV>
        </a:tcBdr>
        <a:fill>
          <a:solidFill>
            <a:srgbClr val="484B4C"/>
          </a:solidFill>
        </a:fill>
      </a:tcStyle>
    </a:firstRow>
  </a:tblStyle>
  <a:tblStyle styleId="{2708684C-4D16-4618-839F-0558EEFCDFE6}" styleName="">
    <a:tblBg/>
    <a:wholeTbl>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797979"/>
              </a:solidFill>
              <a:custDash>
                <a:ds d="200000" sp="200000"/>
              </a:custDash>
              <a:miter lim="400000"/>
            </a:ln>
          </a:top>
          <a:bottom>
            <a:ln w="12700" cap="flat">
              <a:solidFill>
                <a:srgbClr val="797979"/>
              </a:solidFill>
              <a:custDash>
                <a:ds d="200000" sp="200000"/>
              </a:custDash>
              <a:miter lim="400000"/>
            </a:ln>
          </a:bottom>
          <a:insideH>
            <a:ln w="12700" cap="flat">
              <a:solidFill>
                <a:srgbClr val="797979"/>
              </a:solidFill>
              <a:custDash>
                <a:ds d="200000" sp="200000"/>
              </a:custDash>
              <a:miter lim="400000"/>
            </a:ln>
          </a:insideH>
          <a:insideV>
            <a:ln w="12700" cap="flat">
              <a:noFill/>
              <a:miter lim="400000"/>
            </a:ln>
          </a:insideV>
        </a:tcBdr>
        <a:fill>
          <a:noFill/>
        </a:fill>
      </a:tcStyle>
    </a:wholeTbl>
    <a:band2H>
      <a:tcTxStyle b="def" i="def"/>
      <a:tcStyle>
        <a:tcBdr/>
        <a:fill>
          <a:solidFill>
            <a:srgbClr val="797A7B">
              <a:alpha val="30000"/>
            </a:srgbClr>
          </a:solidFill>
        </a:fill>
      </a:tcStyle>
    </a:band2H>
    <a:firstCol>
      <a:tcTxStyle b="off" i="off">
        <a:fontRef idx="minor">
          <a:srgbClr val="FFFFFF"/>
        </a:fontRef>
        <a:srgbClr val="FFFFFF"/>
      </a:tcTxStyle>
      <a:tcStyle>
        <a:tcBdr>
          <a:left>
            <a:ln w="12700" cap="flat">
              <a:noFill/>
              <a:miter lim="400000"/>
            </a:ln>
          </a:left>
          <a:right>
            <a:ln w="12700" cap="flat">
              <a:solidFill>
                <a:srgbClr val="FFFFFF"/>
              </a:solidFill>
              <a:prstDash val="solid"/>
              <a:miter lim="400000"/>
            </a:ln>
          </a:right>
          <a:top>
            <a:ln w="12700" cap="flat">
              <a:solidFill>
                <a:srgbClr val="797979"/>
              </a:solidFill>
              <a:custDash>
                <a:ds d="200000" sp="200000"/>
              </a:custDash>
              <a:miter lim="400000"/>
            </a:ln>
          </a:top>
          <a:bottom>
            <a:ln w="12700" cap="flat">
              <a:solidFill>
                <a:srgbClr val="797979"/>
              </a:solidFill>
              <a:custDash>
                <a:ds d="200000" sp="200000"/>
              </a:custDash>
              <a:miter lim="400000"/>
            </a:ln>
          </a:bottom>
          <a:insideH>
            <a:ln w="12700" cap="flat">
              <a:solidFill>
                <a:srgbClr val="797979"/>
              </a:solidFill>
              <a:custDash>
                <a:ds d="200000" sp="200000"/>
              </a:custDash>
              <a:miter lim="400000"/>
            </a:ln>
          </a:insideH>
          <a:insideV>
            <a:ln w="12700" cap="flat">
              <a:noFill/>
              <a:miter lim="400000"/>
            </a:ln>
          </a:insideV>
        </a:tcBdr>
        <a:fill>
          <a:no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25400" cap="flat">
              <a:solidFill>
                <a:srgbClr val="FFFFFF"/>
              </a:solidFill>
              <a:prstDash val="solid"/>
              <a:miter lim="400000"/>
            </a:ln>
          </a:top>
          <a:bottom>
            <a:ln w="12700" cap="flat">
              <a:noFill/>
              <a:miter lim="400000"/>
            </a:ln>
          </a:bottom>
          <a:insideH>
            <a:ln w="12700" cap="flat">
              <a:solidFill>
                <a:srgbClr val="797979"/>
              </a:solidFill>
              <a:prstDash val="solid"/>
              <a:miter lim="400000"/>
            </a:ln>
          </a:insideH>
          <a:insideV>
            <a:ln w="12700" cap="flat">
              <a:noFill/>
              <a:miter lim="400000"/>
            </a:ln>
          </a:insideV>
        </a:tcBdr>
        <a:fill>
          <a:noFill/>
        </a:fill>
      </a:tcStyle>
    </a:lastRow>
    <a:firstRow>
      <a:tcTxStyle b="off" i="off">
        <a:fontRef idx="minor">
          <a:schemeClr val="accent2">
            <a:satOff val="44164"/>
            <a:lumOff val="14231"/>
          </a:schemeClr>
        </a:fontRef>
        <a:schemeClr val="accent2">
          <a:satOff val="44164"/>
          <a:lumOff val="14231"/>
        </a:schemeClr>
      </a:tcTxStyle>
      <a:tcStyle>
        <a:tcBdr>
          <a:left>
            <a:ln w="12700" cap="flat">
              <a:noFill/>
              <a:miter lim="400000"/>
            </a:ln>
          </a:left>
          <a:right>
            <a:ln w="12700" cap="flat">
              <a:noFill/>
              <a:miter lim="400000"/>
            </a:ln>
          </a:right>
          <a:top>
            <a:ln w="12700" cap="flat">
              <a:noFill/>
              <a:miter lim="400000"/>
            </a:ln>
          </a:top>
          <a:bottom>
            <a:ln w="12700" cap="flat">
              <a:solidFill>
                <a:srgbClr val="FFFFFF"/>
              </a:solidFill>
              <a:prstDash val="solid"/>
              <a:miter lim="400000"/>
            </a:ln>
          </a:bottom>
          <a:insideH>
            <a:ln w="12700" cap="flat">
              <a:solidFill>
                <a:srgbClr val="797979"/>
              </a:solidFill>
              <a:prstDash val="solid"/>
              <a:miter lim="400000"/>
            </a:ln>
          </a:insideH>
          <a:insideV>
            <a:ln w="12700" cap="flat">
              <a:noFill/>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54" name="Shape 154"/>
          <p:cNvSpPr/>
          <p:nvPr>
            <p:ph type="sldImg"/>
          </p:nvPr>
        </p:nvSpPr>
        <p:spPr>
          <a:xfrm>
            <a:off x="1143000" y="685800"/>
            <a:ext cx="4572000" cy="3429000"/>
          </a:xfrm>
          <a:prstGeom prst="rect">
            <a:avLst/>
          </a:prstGeom>
        </p:spPr>
        <p:txBody>
          <a:bodyPr/>
          <a:lstStyle/>
          <a:p>
            <a:pPr/>
          </a:p>
        </p:txBody>
      </p:sp>
      <p:sp>
        <p:nvSpPr>
          <p:cNvPr id="155" name="Shape 15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1231900" y="6032500"/>
            <a:ext cx="21907500" cy="3124200"/>
          </a:xfrm>
          <a:prstGeom prst="rect">
            <a:avLst/>
          </a:prstGeom>
        </p:spPr>
        <p:txBody>
          <a:bodyPr/>
          <a:lstStyle>
            <a:lvl1pPr>
              <a:defRPr spc="1375" sz="8600"/>
            </a:lvl1pPr>
          </a:lstStyle>
          <a:p>
            <a:pPr/>
            <a:r>
              <a:t>Title Text</a:t>
            </a:r>
          </a:p>
        </p:txBody>
      </p:sp>
      <p:sp>
        <p:nvSpPr>
          <p:cNvPr id="12" name="Body Level One…"/>
          <p:cNvSpPr txBox="1"/>
          <p:nvPr>
            <p:ph type="body" sz="quarter" idx="1"/>
          </p:nvPr>
        </p:nvSpPr>
        <p:spPr>
          <a:xfrm>
            <a:off x="1231900" y="4775200"/>
            <a:ext cx="21907500" cy="1244600"/>
          </a:xfrm>
          <a:prstGeom prst="rect">
            <a:avLst/>
          </a:prstGeom>
        </p:spPr>
        <p:txBody>
          <a:bodyPr/>
          <a:lstStyle>
            <a:lvl1pPr marL="0" indent="0">
              <a:spcBef>
                <a:spcPts val="0"/>
              </a:spcBef>
              <a:buClrTx/>
              <a:buSzTx/>
              <a:buNone/>
              <a:defRPr cap="all" spc="512" sz="3200">
                <a:solidFill>
                  <a:schemeClr val="accent2">
                    <a:satOff val="44164"/>
                    <a:lumOff val="14231"/>
                  </a:schemeClr>
                </a:solidFill>
                <a:latin typeface="Avenir Book"/>
                <a:ea typeface="Avenir Book"/>
                <a:cs typeface="Avenir Book"/>
                <a:sym typeface="Avenir Book"/>
              </a:defRPr>
            </a:lvl1pPr>
            <a:lvl2pPr marL="0" indent="0">
              <a:spcBef>
                <a:spcPts val="0"/>
              </a:spcBef>
              <a:buClrTx/>
              <a:buSzTx/>
              <a:buNone/>
              <a:defRPr cap="all" spc="512" sz="3200">
                <a:solidFill>
                  <a:schemeClr val="accent2">
                    <a:satOff val="44164"/>
                    <a:lumOff val="14231"/>
                  </a:schemeClr>
                </a:solidFill>
                <a:latin typeface="Avenir Book"/>
                <a:ea typeface="Avenir Book"/>
                <a:cs typeface="Avenir Book"/>
                <a:sym typeface="Avenir Book"/>
              </a:defRPr>
            </a:lvl2pPr>
            <a:lvl3pPr marL="0" indent="0">
              <a:spcBef>
                <a:spcPts val="0"/>
              </a:spcBef>
              <a:buClrTx/>
              <a:buSzTx/>
              <a:buNone/>
              <a:defRPr cap="all" spc="512" sz="3200">
                <a:solidFill>
                  <a:schemeClr val="accent2">
                    <a:satOff val="44164"/>
                    <a:lumOff val="14231"/>
                  </a:schemeClr>
                </a:solidFill>
                <a:latin typeface="Avenir Book"/>
                <a:ea typeface="Avenir Book"/>
                <a:cs typeface="Avenir Book"/>
                <a:sym typeface="Avenir Book"/>
              </a:defRPr>
            </a:lvl3pPr>
            <a:lvl4pPr marL="0" indent="0">
              <a:spcBef>
                <a:spcPts val="0"/>
              </a:spcBef>
              <a:buClrTx/>
              <a:buSzTx/>
              <a:buNone/>
              <a:defRPr cap="all" spc="512" sz="3200">
                <a:solidFill>
                  <a:schemeClr val="accent2">
                    <a:satOff val="44164"/>
                    <a:lumOff val="14231"/>
                  </a:schemeClr>
                </a:solidFill>
                <a:latin typeface="Avenir Book"/>
                <a:ea typeface="Avenir Book"/>
                <a:cs typeface="Avenir Book"/>
                <a:sym typeface="Avenir Book"/>
              </a:defRPr>
            </a:lvl4pPr>
            <a:lvl5pPr marL="0" indent="0">
              <a:spcBef>
                <a:spcPts val="0"/>
              </a:spcBef>
              <a:buClrTx/>
              <a:buSzTx/>
              <a:buNone/>
              <a:defRPr cap="all" spc="512" sz="3200">
                <a:solidFill>
                  <a:schemeClr val="accent2">
                    <a:satOff val="44164"/>
                    <a:lumOff val="14231"/>
                  </a:schemeClr>
                </a:solidFill>
                <a:latin typeface="Avenir Book"/>
                <a:ea typeface="Avenir Book"/>
                <a:cs typeface="Avenir Book"/>
                <a:sym typeface="Avenir Book"/>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0" name="Illuminated tent on a snowy mountaintop at dusk"/>
          <p:cNvSpPr/>
          <p:nvPr>
            <p:ph type="pic" idx="21"/>
          </p:nvPr>
        </p:nvSpPr>
        <p:spPr>
          <a:xfrm>
            <a:off x="0" y="-1587500"/>
            <a:ext cx="24383997" cy="16859792"/>
          </a:xfrm>
          <a:prstGeom prst="rect">
            <a:avLst/>
          </a:prstGeom>
        </p:spPr>
        <p:txBody>
          <a:bodyPr lIns="91439" tIns="45719" rIns="91439" bIns="45719" anchor="t">
            <a:noAutofit/>
          </a:bodyPr>
          <a:lstStyle/>
          <a:p>
            <a:pPr/>
          </a:p>
        </p:txBody>
      </p:sp>
      <p:sp>
        <p:nvSpPr>
          <p:cNvPr id="21" name="Title Text"/>
          <p:cNvSpPr txBox="1"/>
          <p:nvPr>
            <p:ph type="title"/>
          </p:nvPr>
        </p:nvSpPr>
        <p:spPr>
          <a:xfrm>
            <a:off x="1231900" y="1409700"/>
            <a:ext cx="21907500" cy="2057400"/>
          </a:xfrm>
          <a:prstGeom prst="rect">
            <a:avLst/>
          </a:prstGeom>
        </p:spPr>
        <p:txBody>
          <a:bodyPr/>
          <a:lstStyle>
            <a:lvl1pPr>
              <a:defRPr spc="1375" sz="8600"/>
            </a:lvl1pPr>
          </a:lstStyle>
          <a:p>
            <a:pPr/>
            <a:r>
              <a:t>Title Text</a:t>
            </a:r>
          </a:p>
        </p:txBody>
      </p:sp>
      <p:sp>
        <p:nvSpPr>
          <p:cNvPr id="22" name="Body Level One…"/>
          <p:cNvSpPr txBox="1"/>
          <p:nvPr>
            <p:ph type="body" sz="quarter" idx="1"/>
          </p:nvPr>
        </p:nvSpPr>
        <p:spPr>
          <a:xfrm>
            <a:off x="1231900" y="698500"/>
            <a:ext cx="21907500" cy="711200"/>
          </a:xfrm>
          <a:prstGeom prst="rect">
            <a:avLst/>
          </a:prstGeom>
        </p:spPr>
        <p:txBody>
          <a:bodyPr/>
          <a:lstStyle>
            <a:lvl1pPr marL="0" indent="0">
              <a:spcBef>
                <a:spcPts val="0"/>
              </a:spcBef>
              <a:buClrTx/>
              <a:buSzTx/>
              <a:buNone/>
              <a:defRPr cap="all" spc="512" sz="3200">
                <a:latin typeface="Avenir Book"/>
                <a:ea typeface="Avenir Book"/>
                <a:cs typeface="Avenir Book"/>
                <a:sym typeface="Avenir Book"/>
              </a:defRPr>
            </a:lvl1pPr>
            <a:lvl2pPr marL="0" indent="0">
              <a:spcBef>
                <a:spcPts val="0"/>
              </a:spcBef>
              <a:buClrTx/>
              <a:buSzTx/>
              <a:buNone/>
              <a:defRPr cap="all" spc="512" sz="3200">
                <a:latin typeface="Avenir Book"/>
                <a:ea typeface="Avenir Book"/>
                <a:cs typeface="Avenir Book"/>
                <a:sym typeface="Avenir Book"/>
              </a:defRPr>
            </a:lvl2pPr>
            <a:lvl3pPr marL="0" indent="0">
              <a:spcBef>
                <a:spcPts val="0"/>
              </a:spcBef>
              <a:buClrTx/>
              <a:buSzTx/>
              <a:buNone/>
              <a:defRPr cap="all" spc="512" sz="3200">
                <a:latin typeface="Avenir Book"/>
                <a:ea typeface="Avenir Book"/>
                <a:cs typeface="Avenir Book"/>
                <a:sym typeface="Avenir Book"/>
              </a:defRPr>
            </a:lvl3pPr>
            <a:lvl4pPr marL="0" indent="0">
              <a:spcBef>
                <a:spcPts val="0"/>
              </a:spcBef>
              <a:buClrTx/>
              <a:buSzTx/>
              <a:buNone/>
              <a:defRPr cap="all" spc="512" sz="3200">
                <a:latin typeface="Avenir Book"/>
                <a:ea typeface="Avenir Book"/>
                <a:cs typeface="Avenir Book"/>
                <a:sym typeface="Avenir Book"/>
              </a:defRPr>
            </a:lvl4pPr>
            <a:lvl5pPr marL="0" indent="0">
              <a:spcBef>
                <a:spcPts val="0"/>
              </a:spcBef>
              <a:buClrTx/>
              <a:buSzTx/>
              <a:buNone/>
              <a:defRPr cap="all" spc="512" sz="3200">
                <a:latin typeface="Avenir Book"/>
                <a:ea typeface="Avenir Book"/>
                <a:cs typeface="Avenir Book"/>
                <a:sym typeface="Avenir Book"/>
              </a:defRPr>
            </a:lvl5p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Alt">
    <p:spTree>
      <p:nvGrpSpPr>
        <p:cNvPr id="1" name=""/>
        <p:cNvGrpSpPr/>
        <p:nvPr/>
      </p:nvGrpSpPr>
      <p:grpSpPr>
        <a:xfrm>
          <a:off x="0" y="0"/>
          <a:ext cx="0" cy="0"/>
          <a:chOff x="0" y="0"/>
          <a:chExt cx="0" cy="0"/>
        </a:xfrm>
      </p:grpSpPr>
      <p:sp>
        <p:nvSpPr>
          <p:cNvPr id="30" name="Rocks in a calm lake with mountains in the background at dusk"/>
          <p:cNvSpPr/>
          <p:nvPr>
            <p:ph type="pic" idx="21"/>
          </p:nvPr>
        </p:nvSpPr>
        <p:spPr>
          <a:xfrm>
            <a:off x="0" y="2680692"/>
            <a:ext cx="24434800" cy="13307861"/>
          </a:xfrm>
          <a:prstGeom prst="rect">
            <a:avLst/>
          </a:prstGeom>
        </p:spPr>
        <p:txBody>
          <a:bodyPr lIns="91439" tIns="45719" rIns="91439" bIns="45719" anchor="t">
            <a:noAutofit/>
          </a:bodyPr>
          <a:lstStyle/>
          <a:p>
            <a:pPr/>
          </a:p>
        </p:txBody>
      </p:sp>
      <p:sp>
        <p:nvSpPr>
          <p:cNvPr id="31" name="Title Text"/>
          <p:cNvSpPr txBox="1"/>
          <p:nvPr>
            <p:ph type="title"/>
          </p:nvPr>
        </p:nvSpPr>
        <p:spPr>
          <a:xfrm>
            <a:off x="1231900" y="1409700"/>
            <a:ext cx="21907500" cy="2057400"/>
          </a:xfrm>
          <a:prstGeom prst="rect">
            <a:avLst/>
          </a:prstGeom>
        </p:spPr>
        <p:txBody>
          <a:bodyPr/>
          <a:lstStyle>
            <a:lvl1pPr>
              <a:defRPr spc="1375" sz="8600"/>
            </a:lvl1pPr>
          </a:lstStyle>
          <a:p>
            <a:pPr/>
            <a:r>
              <a:t>Title Text</a:t>
            </a:r>
          </a:p>
        </p:txBody>
      </p:sp>
      <p:sp>
        <p:nvSpPr>
          <p:cNvPr id="32" name="Body Level One…"/>
          <p:cNvSpPr txBox="1"/>
          <p:nvPr>
            <p:ph type="body" sz="quarter" idx="1"/>
          </p:nvPr>
        </p:nvSpPr>
        <p:spPr>
          <a:xfrm>
            <a:off x="1231900" y="698500"/>
            <a:ext cx="21907500" cy="711200"/>
          </a:xfrm>
          <a:prstGeom prst="rect">
            <a:avLst/>
          </a:prstGeom>
        </p:spPr>
        <p:txBody>
          <a:bodyPr/>
          <a:lstStyle>
            <a:lvl1pPr marL="0" indent="0">
              <a:spcBef>
                <a:spcPts val="0"/>
              </a:spcBef>
              <a:buClrTx/>
              <a:buSzTx/>
              <a:buNone/>
              <a:defRPr cap="all" spc="512" sz="3200">
                <a:latin typeface="Avenir Book"/>
                <a:ea typeface="Avenir Book"/>
                <a:cs typeface="Avenir Book"/>
                <a:sym typeface="Avenir Book"/>
              </a:defRPr>
            </a:lvl1pPr>
            <a:lvl2pPr marL="0" indent="0">
              <a:spcBef>
                <a:spcPts val="0"/>
              </a:spcBef>
              <a:buClrTx/>
              <a:buSzTx/>
              <a:buNone/>
              <a:defRPr cap="all" spc="512" sz="3200">
                <a:latin typeface="Avenir Book"/>
                <a:ea typeface="Avenir Book"/>
                <a:cs typeface="Avenir Book"/>
                <a:sym typeface="Avenir Book"/>
              </a:defRPr>
            </a:lvl2pPr>
            <a:lvl3pPr marL="0" indent="0">
              <a:spcBef>
                <a:spcPts val="0"/>
              </a:spcBef>
              <a:buClrTx/>
              <a:buSzTx/>
              <a:buNone/>
              <a:defRPr cap="all" spc="512" sz="3200">
                <a:latin typeface="Avenir Book"/>
                <a:ea typeface="Avenir Book"/>
                <a:cs typeface="Avenir Book"/>
                <a:sym typeface="Avenir Book"/>
              </a:defRPr>
            </a:lvl3pPr>
            <a:lvl4pPr marL="0" indent="0">
              <a:spcBef>
                <a:spcPts val="0"/>
              </a:spcBef>
              <a:buClrTx/>
              <a:buSzTx/>
              <a:buNone/>
              <a:defRPr cap="all" spc="512" sz="3200">
                <a:latin typeface="Avenir Book"/>
                <a:ea typeface="Avenir Book"/>
                <a:cs typeface="Avenir Book"/>
                <a:sym typeface="Avenir Book"/>
              </a:defRPr>
            </a:lvl4pPr>
            <a:lvl5pPr marL="0" indent="0">
              <a:spcBef>
                <a:spcPts val="0"/>
              </a:spcBef>
              <a:buClrTx/>
              <a:buSzTx/>
              <a:buNone/>
              <a:defRPr cap="all" spc="512" sz="3200">
                <a:latin typeface="Avenir Book"/>
                <a:ea typeface="Avenir Book"/>
                <a:cs typeface="Avenir Book"/>
                <a:sym typeface="Avenir Book"/>
              </a:defRPr>
            </a:lvl5pPr>
          </a:lstStyle>
          <a:p>
            <a:pPr/>
            <a:r>
              <a:t>Body Level One</a:t>
            </a:r>
          </a:p>
          <a:p>
            <a:pPr lvl="1"/>
            <a:r>
              <a:t>Body Level Two</a:t>
            </a:r>
          </a:p>
          <a:p>
            <a:pPr lvl="2"/>
            <a:r>
              <a:t>Body Level Three</a:t>
            </a:r>
          </a:p>
          <a:p>
            <a:pPr lvl="3"/>
            <a:r>
              <a:t>Body Level Four</a:t>
            </a:r>
          </a:p>
          <a:p>
            <a:pPr lvl="4"/>
            <a:r>
              <a:t>Body Level Five</a:t>
            </a:r>
          </a:p>
        </p:txBody>
      </p:sp>
      <p:sp>
        <p:nvSpPr>
          <p:cNvPr id="3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re">
    <p:spTree>
      <p:nvGrpSpPr>
        <p:cNvPr id="1" name=""/>
        <p:cNvGrpSpPr/>
        <p:nvPr/>
      </p:nvGrpSpPr>
      <p:grpSpPr>
        <a:xfrm>
          <a:off x="0" y="0"/>
          <a:ext cx="0" cy="0"/>
          <a:chOff x="0" y="0"/>
          <a:chExt cx="0" cy="0"/>
        </a:xfrm>
      </p:grpSpPr>
      <p:sp>
        <p:nvSpPr>
          <p:cNvPr id="40" name="Title Text"/>
          <p:cNvSpPr txBox="1"/>
          <p:nvPr>
            <p:ph type="title"/>
          </p:nvPr>
        </p:nvSpPr>
        <p:spPr>
          <a:xfrm>
            <a:off x="1231900" y="5295900"/>
            <a:ext cx="21907500" cy="3124200"/>
          </a:xfrm>
          <a:prstGeom prst="rect">
            <a:avLst/>
          </a:prstGeom>
        </p:spPr>
        <p:txBody>
          <a:bodyPr anchor="ctr"/>
          <a:lstStyle>
            <a:lvl1pPr>
              <a:defRPr spc="1375" sz="8600"/>
            </a:lvl1pPr>
          </a:lstStyle>
          <a:p>
            <a:pPr/>
            <a:r>
              <a:t>Title Text</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48" name="Icy lake with snow-covered mountains in the background "/>
          <p:cNvSpPr/>
          <p:nvPr>
            <p:ph type="pic" idx="21"/>
          </p:nvPr>
        </p:nvSpPr>
        <p:spPr>
          <a:xfrm>
            <a:off x="11299229" y="-38100"/>
            <a:ext cx="13756503" cy="13773485"/>
          </a:xfrm>
          <a:prstGeom prst="rect">
            <a:avLst/>
          </a:prstGeom>
        </p:spPr>
        <p:txBody>
          <a:bodyPr lIns="91439" tIns="45719" rIns="91439" bIns="45719" anchor="t">
            <a:noAutofit/>
          </a:bodyPr>
          <a:lstStyle/>
          <a:p>
            <a:pPr/>
          </a:p>
        </p:txBody>
      </p:sp>
      <p:sp>
        <p:nvSpPr>
          <p:cNvPr id="49" name="Title Text"/>
          <p:cNvSpPr txBox="1"/>
          <p:nvPr>
            <p:ph type="title"/>
          </p:nvPr>
        </p:nvSpPr>
        <p:spPr>
          <a:xfrm>
            <a:off x="1028700" y="6057900"/>
            <a:ext cx="10147300" cy="4191000"/>
          </a:xfrm>
          <a:prstGeom prst="rect">
            <a:avLst/>
          </a:prstGeom>
        </p:spPr>
        <p:txBody>
          <a:bodyPr/>
          <a:lstStyle/>
          <a:p>
            <a:pPr/>
            <a:r>
              <a:t>Title Text</a:t>
            </a:r>
          </a:p>
        </p:txBody>
      </p:sp>
      <p:sp>
        <p:nvSpPr>
          <p:cNvPr id="50" name="Body Level One…"/>
          <p:cNvSpPr txBox="1"/>
          <p:nvPr>
            <p:ph type="body" sz="quarter" idx="1"/>
          </p:nvPr>
        </p:nvSpPr>
        <p:spPr>
          <a:xfrm>
            <a:off x="1028700" y="4813300"/>
            <a:ext cx="10147300" cy="1244600"/>
          </a:xfrm>
          <a:prstGeom prst="rect">
            <a:avLst/>
          </a:prstGeom>
        </p:spPr>
        <p:txBody>
          <a:bodyPr/>
          <a:lstStyle>
            <a:lvl1pPr marL="0" indent="0">
              <a:spcBef>
                <a:spcPts val="0"/>
              </a:spcBef>
              <a:buClrTx/>
              <a:buSzTx/>
              <a:buNone/>
              <a:defRPr cap="all" spc="512" sz="3200">
                <a:solidFill>
                  <a:schemeClr val="accent2">
                    <a:satOff val="44164"/>
                    <a:lumOff val="14231"/>
                  </a:schemeClr>
                </a:solidFill>
                <a:latin typeface="Avenir Book"/>
                <a:ea typeface="Avenir Book"/>
                <a:cs typeface="Avenir Book"/>
                <a:sym typeface="Avenir Book"/>
              </a:defRPr>
            </a:lvl1pPr>
            <a:lvl2pPr marL="0" indent="0">
              <a:spcBef>
                <a:spcPts val="0"/>
              </a:spcBef>
              <a:buClrTx/>
              <a:buSzTx/>
              <a:buNone/>
              <a:defRPr cap="all" spc="512" sz="3200">
                <a:solidFill>
                  <a:schemeClr val="accent2">
                    <a:satOff val="44164"/>
                    <a:lumOff val="14231"/>
                  </a:schemeClr>
                </a:solidFill>
                <a:latin typeface="Avenir Book"/>
                <a:ea typeface="Avenir Book"/>
                <a:cs typeface="Avenir Book"/>
                <a:sym typeface="Avenir Book"/>
              </a:defRPr>
            </a:lvl2pPr>
            <a:lvl3pPr marL="0" indent="0">
              <a:spcBef>
                <a:spcPts val="0"/>
              </a:spcBef>
              <a:buClrTx/>
              <a:buSzTx/>
              <a:buNone/>
              <a:defRPr cap="all" spc="512" sz="3200">
                <a:solidFill>
                  <a:schemeClr val="accent2">
                    <a:satOff val="44164"/>
                    <a:lumOff val="14231"/>
                  </a:schemeClr>
                </a:solidFill>
                <a:latin typeface="Avenir Book"/>
                <a:ea typeface="Avenir Book"/>
                <a:cs typeface="Avenir Book"/>
                <a:sym typeface="Avenir Book"/>
              </a:defRPr>
            </a:lvl3pPr>
            <a:lvl4pPr marL="0" indent="0">
              <a:spcBef>
                <a:spcPts val="0"/>
              </a:spcBef>
              <a:buClrTx/>
              <a:buSzTx/>
              <a:buNone/>
              <a:defRPr cap="all" spc="512" sz="3200">
                <a:solidFill>
                  <a:schemeClr val="accent2">
                    <a:satOff val="44164"/>
                    <a:lumOff val="14231"/>
                  </a:schemeClr>
                </a:solidFill>
                <a:latin typeface="Avenir Book"/>
                <a:ea typeface="Avenir Book"/>
                <a:cs typeface="Avenir Book"/>
                <a:sym typeface="Avenir Book"/>
              </a:defRPr>
            </a:lvl4pPr>
            <a:lvl5pPr marL="0" indent="0">
              <a:spcBef>
                <a:spcPts val="0"/>
              </a:spcBef>
              <a:buClrTx/>
              <a:buSzTx/>
              <a:buNone/>
              <a:defRPr cap="all" spc="512" sz="3200">
                <a:solidFill>
                  <a:schemeClr val="accent2">
                    <a:satOff val="44164"/>
                    <a:lumOff val="14231"/>
                  </a:schemeClr>
                </a:solidFill>
                <a:latin typeface="Avenir Book"/>
                <a:ea typeface="Avenir Book"/>
                <a:cs typeface="Avenir Book"/>
                <a:sym typeface="Avenir Book"/>
              </a:defRPr>
            </a:lvl5pPr>
          </a:lstStyle>
          <a:p>
            <a:pPr/>
            <a:r>
              <a:t>Body Level One</a:t>
            </a:r>
          </a:p>
          <a:p>
            <a:pPr lvl="1"/>
            <a:r>
              <a:t>Body Level Two</a:t>
            </a:r>
          </a:p>
          <a:p>
            <a:pPr lvl="2"/>
            <a:r>
              <a:t>Body Level Three</a:t>
            </a:r>
          </a:p>
          <a:p>
            <a:pPr lvl="3"/>
            <a:r>
              <a:t>Body Level Four</a:t>
            </a:r>
          </a:p>
          <a:p>
            <a:pPr lvl="4"/>
            <a:r>
              <a:t>Body Level Five</a:t>
            </a:r>
          </a:p>
        </p:txBody>
      </p:sp>
      <p:sp>
        <p:nvSpPr>
          <p:cNvPr id="5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58" name="Title Text"/>
          <p:cNvSpPr txBox="1"/>
          <p:nvPr>
            <p:ph type="title"/>
          </p:nvPr>
        </p:nvSpPr>
        <p:spPr>
          <a:prstGeom prst="rect">
            <a:avLst/>
          </a:prstGeom>
        </p:spPr>
        <p:txBody>
          <a:bodyPr/>
          <a:lstStyle/>
          <a:p>
            <a:pPr/>
            <a:r>
              <a:t>Title Text</a:t>
            </a:r>
          </a:p>
        </p:txBody>
      </p:sp>
      <p:sp>
        <p:nvSpPr>
          <p:cNvPr id="5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66" name="Title Text"/>
          <p:cNvSpPr txBox="1"/>
          <p:nvPr>
            <p:ph type="title"/>
          </p:nvPr>
        </p:nvSpPr>
        <p:spPr>
          <a:prstGeom prst="rect">
            <a:avLst/>
          </a:prstGeom>
        </p:spPr>
        <p:txBody>
          <a:bodyPr/>
          <a:lstStyle/>
          <a:p>
            <a:pPr/>
            <a:r>
              <a:t>Title Text</a:t>
            </a:r>
          </a:p>
        </p:txBody>
      </p:sp>
      <p:sp>
        <p:nvSpPr>
          <p:cNvPr id="67"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75" name="Icy lake with snow-covered mountains in the background "/>
          <p:cNvSpPr/>
          <p:nvPr>
            <p:ph type="pic" idx="21"/>
          </p:nvPr>
        </p:nvSpPr>
        <p:spPr>
          <a:xfrm>
            <a:off x="11303000" y="-38100"/>
            <a:ext cx="13756502" cy="13773485"/>
          </a:xfrm>
          <a:prstGeom prst="rect">
            <a:avLst/>
          </a:prstGeom>
        </p:spPr>
        <p:txBody>
          <a:bodyPr lIns="91439" tIns="45719" rIns="91439" bIns="45719" anchor="t">
            <a:noAutofit/>
          </a:bodyPr>
          <a:lstStyle/>
          <a:p>
            <a:pPr/>
          </a:p>
        </p:txBody>
      </p:sp>
      <p:sp>
        <p:nvSpPr>
          <p:cNvPr id="76" name="Title Text"/>
          <p:cNvSpPr txBox="1"/>
          <p:nvPr>
            <p:ph type="title"/>
          </p:nvPr>
        </p:nvSpPr>
        <p:spPr>
          <a:xfrm>
            <a:off x="1244600" y="863600"/>
            <a:ext cx="9525000" cy="2603500"/>
          </a:xfrm>
          <a:prstGeom prst="rect">
            <a:avLst/>
          </a:prstGeom>
        </p:spPr>
        <p:txBody>
          <a:bodyPr/>
          <a:lstStyle/>
          <a:p>
            <a:pPr/>
            <a:r>
              <a:t>Title Text</a:t>
            </a:r>
          </a:p>
        </p:txBody>
      </p:sp>
      <p:sp>
        <p:nvSpPr>
          <p:cNvPr id="77" name="Body Level One…"/>
          <p:cNvSpPr txBox="1"/>
          <p:nvPr>
            <p:ph type="body" sz="half" idx="1"/>
          </p:nvPr>
        </p:nvSpPr>
        <p:spPr>
          <a:xfrm>
            <a:off x="1244600" y="3962400"/>
            <a:ext cx="9525000" cy="8521700"/>
          </a:xfrm>
          <a:prstGeom prst="rect">
            <a:avLst/>
          </a:prstGeom>
        </p:spPr>
        <p:txBody>
          <a:bodyPr/>
          <a:lstStyle>
            <a:lvl1pPr marL="520095" indent="-520095">
              <a:spcBef>
                <a:spcPts val="4500"/>
              </a:spcBef>
              <a:defRPr sz="4000">
                <a:latin typeface="+mn-lt"/>
                <a:ea typeface="+mn-ea"/>
                <a:cs typeface="+mn-cs"/>
                <a:sym typeface="Avenir Light"/>
              </a:defRPr>
            </a:lvl1pPr>
            <a:lvl2pPr marL="1066195" indent="-520095">
              <a:spcBef>
                <a:spcPts val="4500"/>
              </a:spcBef>
              <a:defRPr sz="4000">
                <a:latin typeface="+mn-lt"/>
                <a:ea typeface="+mn-ea"/>
                <a:cs typeface="+mn-cs"/>
                <a:sym typeface="Avenir Light"/>
              </a:defRPr>
            </a:lvl2pPr>
            <a:lvl3pPr marL="1612295" indent="-520095">
              <a:spcBef>
                <a:spcPts val="4500"/>
              </a:spcBef>
              <a:defRPr sz="4000">
                <a:latin typeface="+mn-lt"/>
                <a:ea typeface="+mn-ea"/>
                <a:cs typeface="+mn-cs"/>
                <a:sym typeface="Avenir Light"/>
              </a:defRPr>
            </a:lvl3pPr>
            <a:lvl4pPr marL="2158395" indent="-520095">
              <a:spcBef>
                <a:spcPts val="4500"/>
              </a:spcBef>
              <a:defRPr sz="4000">
                <a:latin typeface="+mn-lt"/>
                <a:ea typeface="+mn-ea"/>
                <a:cs typeface="+mn-cs"/>
                <a:sym typeface="Avenir Light"/>
              </a:defRPr>
            </a:lvl4pPr>
            <a:lvl5pPr marL="2704495" indent="-520095">
              <a:spcBef>
                <a:spcPts val="4500"/>
              </a:spcBef>
              <a:defRPr sz="4000">
                <a:latin typeface="+mn-lt"/>
                <a:ea typeface="+mn-ea"/>
                <a:cs typeface="+mn-cs"/>
                <a:sym typeface="Avenir Light"/>
              </a:defRPr>
            </a:lvl5pPr>
          </a:lstStyle>
          <a:p>
            <a:pPr/>
            <a:r>
              <a:t>Body Level One</a:t>
            </a:r>
          </a:p>
          <a:p>
            <a:pPr lvl="1"/>
            <a:r>
              <a:t>Body Level Two</a:t>
            </a:r>
          </a:p>
          <a:p>
            <a:pPr lvl="2"/>
            <a:r>
              <a:t>Body Level Three</a:t>
            </a:r>
          </a:p>
          <a:p>
            <a:pPr lvl="3"/>
            <a:r>
              <a:t>Body Level Four</a:t>
            </a:r>
          </a:p>
          <a:p>
            <a:pPr lvl="4"/>
            <a:r>
              <a:t>Body Level Five</a:t>
            </a:r>
          </a:p>
        </p:txBody>
      </p:sp>
      <p:sp>
        <p:nvSpPr>
          <p:cNvPr id="7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85" name="Title Text"/>
          <p:cNvSpPr txBox="1"/>
          <p:nvPr>
            <p:ph type="title"/>
          </p:nvPr>
        </p:nvSpPr>
        <p:spPr>
          <a:xfrm>
            <a:off x="1244600" y="863600"/>
            <a:ext cx="9525000" cy="2603500"/>
          </a:xfrm>
          <a:prstGeom prst="rect">
            <a:avLst/>
          </a:prstGeom>
        </p:spPr>
        <p:txBody>
          <a:bodyPr/>
          <a:lstStyle/>
          <a:p>
            <a:pPr/>
            <a:r>
              <a:t>Title Text</a:t>
            </a:r>
          </a:p>
        </p:txBody>
      </p:sp>
      <p:sp>
        <p:nvSpPr>
          <p:cNvPr id="86" name="Body Level One…"/>
          <p:cNvSpPr txBox="1"/>
          <p:nvPr>
            <p:ph type="body" sz="half" idx="1"/>
          </p:nvPr>
        </p:nvSpPr>
        <p:spPr>
          <a:xfrm>
            <a:off x="1244600" y="3962400"/>
            <a:ext cx="9525000" cy="8521700"/>
          </a:xfrm>
          <a:prstGeom prst="rect">
            <a:avLst/>
          </a:prstGeom>
        </p:spPr>
        <p:txBody>
          <a:bodyPr/>
          <a:lstStyle>
            <a:lvl1pPr marL="520095" indent="-520095">
              <a:spcBef>
                <a:spcPts val="4500"/>
              </a:spcBef>
              <a:defRPr sz="4000">
                <a:latin typeface="+mn-lt"/>
                <a:ea typeface="+mn-ea"/>
                <a:cs typeface="+mn-cs"/>
                <a:sym typeface="Avenir Light"/>
              </a:defRPr>
            </a:lvl1pPr>
            <a:lvl2pPr marL="1066195" indent="-520095">
              <a:spcBef>
                <a:spcPts val="4500"/>
              </a:spcBef>
              <a:defRPr sz="4000">
                <a:latin typeface="+mn-lt"/>
                <a:ea typeface="+mn-ea"/>
                <a:cs typeface="+mn-cs"/>
                <a:sym typeface="Avenir Light"/>
              </a:defRPr>
            </a:lvl2pPr>
            <a:lvl3pPr marL="1612295" indent="-520095">
              <a:spcBef>
                <a:spcPts val="4500"/>
              </a:spcBef>
              <a:defRPr sz="4000">
                <a:latin typeface="+mn-lt"/>
                <a:ea typeface="+mn-ea"/>
                <a:cs typeface="+mn-cs"/>
                <a:sym typeface="Avenir Light"/>
              </a:defRPr>
            </a:lvl3pPr>
            <a:lvl4pPr marL="2158395" indent="-520095">
              <a:spcBef>
                <a:spcPts val="4500"/>
              </a:spcBef>
              <a:defRPr sz="4000">
                <a:latin typeface="+mn-lt"/>
                <a:ea typeface="+mn-ea"/>
                <a:cs typeface="+mn-cs"/>
                <a:sym typeface="Avenir Light"/>
              </a:defRPr>
            </a:lvl4pPr>
            <a:lvl5pPr marL="2704495" indent="-520095">
              <a:spcBef>
                <a:spcPts val="4500"/>
              </a:spcBef>
              <a:defRPr sz="4000">
                <a:latin typeface="+mn-lt"/>
                <a:ea typeface="+mn-ea"/>
                <a:cs typeface="+mn-cs"/>
                <a:sym typeface="Avenir Light"/>
              </a:defRPr>
            </a:lvl5pPr>
          </a:lstStyle>
          <a:p>
            <a:pPr/>
            <a:r>
              <a:t>Body Level One</a:t>
            </a:r>
          </a:p>
          <a:p>
            <a:pPr lvl="1"/>
            <a:r>
              <a:t>Body Level Two</a:t>
            </a:r>
          </a:p>
          <a:p>
            <a:pPr lvl="2"/>
            <a:r>
              <a:t>Body Level Three</a:t>
            </a:r>
          </a:p>
          <a:p>
            <a:pPr lvl="3"/>
            <a:r>
              <a:t>Body Level Four</a:t>
            </a:r>
          </a:p>
          <a:p>
            <a:pPr lvl="4"/>
            <a:r>
              <a:t>Body Level Five</a:t>
            </a:r>
          </a:p>
        </p:txBody>
      </p:sp>
      <p:sp>
        <p:nvSpPr>
          <p:cNvPr id="8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94" name="Title Text"/>
          <p:cNvSpPr txBox="1"/>
          <p:nvPr>
            <p:ph type="title"/>
          </p:nvPr>
        </p:nvSpPr>
        <p:spPr>
          <a:xfrm>
            <a:off x="1244600" y="863600"/>
            <a:ext cx="9702800" cy="2603500"/>
          </a:xfrm>
          <a:prstGeom prst="rect">
            <a:avLst/>
          </a:prstGeom>
        </p:spPr>
        <p:txBody>
          <a:bodyPr/>
          <a:lstStyle/>
          <a:p>
            <a:pPr/>
            <a:r>
              <a:t>Title Text</a:t>
            </a:r>
          </a:p>
        </p:txBody>
      </p:sp>
      <p:sp>
        <p:nvSpPr>
          <p:cNvPr id="95" name="Body Level One…"/>
          <p:cNvSpPr txBox="1"/>
          <p:nvPr>
            <p:ph type="body" sz="half" idx="1"/>
          </p:nvPr>
        </p:nvSpPr>
        <p:spPr>
          <a:xfrm>
            <a:off x="1244600" y="3962400"/>
            <a:ext cx="9702800" cy="8521700"/>
          </a:xfrm>
          <a:prstGeom prst="rect">
            <a:avLst/>
          </a:prstGeom>
        </p:spPr>
        <p:txBody>
          <a:bodyPr/>
          <a:lstStyle>
            <a:lvl1pPr marL="520095" indent="-520095">
              <a:spcBef>
                <a:spcPts val="4500"/>
              </a:spcBef>
              <a:defRPr sz="4000">
                <a:latin typeface="+mn-lt"/>
                <a:ea typeface="+mn-ea"/>
                <a:cs typeface="+mn-cs"/>
                <a:sym typeface="Avenir Light"/>
              </a:defRPr>
            </a:lvl1pPr>
            <a:lvl2pPr marL="1066195" indent="-520095">
              <a:spcBef>
                <a:spcPts val="4500"/>
              </a:spcBef>
              <a:defRPr sz="4000">
                <a:latin typeface="+mn-lt"/>
                <a:ea typeface="+mn-ea"/>
                <a:cs typeface="+mn-cs"/>
                <a:sym typeface="Avenir Light"/>
              </a:defRPr>
            </a:lvl2pPr>
            <a:lvl3pPr marL="1612295" indent="-520095">
              <a:spcBef>
                <a:spcPts val="4500"/>
              </a:spcBef>
              <a:defRPr sz="4000">
                <a:latin typeface="+mn-lt"/>
                <a:ea typeface="+mn-ea"/>
                <a:cs typeface="+mn-cs"/>
                <a:sym typeface="Avenir Light"/>
              </a:defRPr>
            </a:lvl3pPr>
            <a:lvl4pPr marL="2158395" indent="-520095">
              <a:spcBef>
                <a:spcPts val="4500"/>
              </a:spcBef>
              <a:defRPr sz="4000">
                <a:latin typeface="+mn-lt"/>
                <a:ea typeface="+mn-ea"/>
                <a:cs typeface="+mn-cs"/>
                <a:sym typeface="Avenir Light"/>
              </a:defRPr>
            </a:lvl4pPr>
            <a:lvl5pPr marL="2704495" indent="-520095">
              <a:spcBef>
                <a:spcPts val="4500"/>
              </a:spcBef>
              <a:defRPr sz="4000">
                <a:latin typeface="+mn-lt"/>
                <a:ea typeface="+mn-ea"/>
                <a:cs typeface="+mn-cs"/>
                <a:sym typeface="Avenir Light"/>
              </a:defRPr>
            </a:lvl5pPr>
          </a:lstStyle>
          <a:p>
            <a:pPr/>
            <a:r>
              <a:t>Body Level One</a:t>
            </a:r>
          </a:p>
          <a:p>
            <a:pPr lvl="1"/>
            <a:r>
              <a:t>Body Level Two</a:t>
            </a:r>
          </a:p>
          <a:p>
            <a:pPr lvl="2"/>
            <a:r>
              <a:t>Body Level Three</a:t>
            </a:r>
          </a:p>
          <a:p>
            <a:pPr lvl="3"/>
            <a:r>
              <a:t>Body Level Four</a:t>
            </a:r>
          </a:p>
          <a:p>
            <a:pPr lvl="4"/>
            <a:r>
              <a:t>Body Level Five</a:t>
            </a:r>
          </a:p>
        </p:txBody>
      </p:sp>
      <p:sp>
        <p:nvSpPr>
          <p:cNvPr id="9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103" name="Body Level One…"/>
          <p:cNvSpPr txBox="1"/>
          <p:nvPr>
            <p:ph type="body" idx="1"/>
          </p:nvPr>
        </p:nvSpPr>
        <p:spPr>
          <a:xfrm>
            <a:off x="1231900" y="2133600"/>
            <a:ext cx="21907500" cy="944880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0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11" name="Illuminated tent on a snowy mountaintop at dusk"/>
          <p:cNvSpPr/>
          <p:nvPr>
            <p:ph type="pic" sz="half" idx="21"/>
          </p:nvPr>
        </p:nvSpPr>
        <p:spPr>
          <a:xfrm>
            <a:off x="11907501" y="5275274"/>
            <a:ext cx="12700001" cy="8781134"/>
          </a:xfrm>
          <a:prstGeom prst="rect">
            <a:avLst/>
          </a:prstGeom>
        </p:spPr>
        <p:txBody>
          <a:bodyPr lIns="91439" tIns="45719" rIns="91439" bIns="45719" anchor="t">
            <a:noAutofit/>
          </a:bodyPr>
          <a:lstStyle/>
          <a:p>
            <a:pPr/>
          </a:p>
        </p:txBody>
      </p:sp>
      <p:sp>
        <p:nvSpPr>
          <p:cNvPr id="112" name="Icy lake with snow-covered mountains in the background "/>
          <p:cNvSpPr/>
          <p:nvPr>
            <p:ph type="pic" idx="22"/>
          </p:nvPr>
        </p:nvSpPr>
        <p:spPr>
          <a:xfrm>
            <a:off x="12192000" y="-2387600"/>
            <a:ext cx="12192000" cy="12207052"/>
          </a:xfrm>
          <a:prstGeom prst="rect">
            <a:avLst/>
          </a:prstGeom>
        </p:spPr>
        <p:txBody>
          <a:bodyPr lIns="91439" tIns="45719" rIns="91439" bIns="45719" anchor="t">
            <a:noAutofit/>
          </a:bodyPr>
          <a:lstStyle/>
          <a:p>
            <a:pPr/>
          </a:p>
        </p:txBody>
      </p:sp>
      <p:sp>
        <p:nvSpPr>
          <p:cNvPr id="113" name="Silhouette of a hiker standing on a rock overlooking the water and watching the sunset"/>
          <p:cNvSpPr/>
          <p:nvPr>
            <p:ph type="pic" idx="23"/>
          </p:nvPr>
        </p:nvSpPr>
        <p:spPr>
          <a:xfrm>
            <a:off x="-254000" y="-4025900"/>
            <a:ext cx="33642300" cy="18925383"/>
          </a:xfrm>
          <a:prstGeom prst="rect">
            <a:avLst/>
          </a:prstGeom>
        </p:spPr>
        <p:txBody>
          <a:bodyPr lIns="91439" tIns="45719" rIns="91439" bIns="45719" anchor="t">
            <a:noAutofit/>
          </a:bodyPr>
          <a:lstStyle/>
          <a:p>
            <a:pPr/>
          </a:p>
        </p:txBody>
      </p:sp>
      <p:sp>
        <p:nvSpPr>
          <p:cNvPr id="1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21" name="–Johnny Appleseed"/>
          <p:cNvSpPr txBox="1"/>
          <p:nvPr>
            <p:ph type="body" sz="quarter" idx="21"/>
          </p:nvPr>
        </p:nvSpPr>
        <p:spPr>
          <a:xfrm>
            <a:off x="2374900" y="8937656"/>
            <a:ext cx="19621500" cy="768288"/>
          </a:xfrm>
          <a:prstGeom prst="rect">
            <a:avLst/>
          </a:prstGeom>
        </p:spPr>
        <p:txBody>
          <a:bodyPr>
            <a:spAutoFit/>
          </a:bodyPr>
          <a:lstStyle>
            <a:lvl1pPr marL="0" indent="0">
              <a:spcBef>
                <a:spcPts val="0"/>
              </a:spcBef>
              <a:buClrTx/>
              <a:buSzTx/>
              <a:buNone/>
              <a:defRPr b="1" cap="all" spc="735" sz="4600">
                <a:latin typeface="Arial"/>
                <a:ea typeface="Arial"/>
                <a:cs typeface="Arial"/>
                <a:sym typeface="Arial"/>
              </a:defRPr>
            </a:lvl1pPr>
          </a:lstStyle>
          <a:p>
            <a:pPr/>
            <a:r>
              <a:t>–Johnny Appleseed</a:t>
            </a:r>
          </a:p>
        </p:txBody>
      </p:sp>
      <p:sp>
        <p:nvSpPr>
          <p:cNvPr id="122" name="“Type a quote here.”"/>
          <p:cNvSpPr txBox="1"/>
          <p:nvPr>
            <p:ph type="body" sz="quarter" idx="22"/>
          </p:nvPr>
        </p:nvSpPr>
        <p:spPr>
          <a:xfrm>
            <a:off x="2374900" y="5999360"/>
            <a:ext cx="19621500" cy="965201"/>
          </a:xfrm>
          <a:prstGeom prst="rect">
            <a:avLst/>
          </a:prstGeom>
        </p:spPr>
        <p:txBody>
          <a:bodyPr>
            <a:spAutoFit/>
          </a:bodyPr>
          <a:lstStyle>
            <a:lvl1pPr marL="0" indent="0" algn="ctr">
              <a:spcBef>
                <a:spcPts val="0"/>
              </a:spcBef>
              <a:buClrTx/>
              <a:buSzTx/>
              <a:buNone/>
              <a:defRPr>
                <a:latin typeface="+mn-lt"/>
                <a:ea typeface="+mn-ea"/>
                <a:cs typeface="+mn-cs"/>
                <a:sym typeface="Avenir Light"/>
              </a:defRPr>
            </a:lvl1pPr>
          </a:lstStyle>
          <a:p>
            <a:pPr/>
            <a:r>
              <a:t>“Type a quote here.” </a:t>
            </a:r>
          </a:p>
        </p:txBody>
      </p:sp>
      <p:sp>
        <p:nvSpPr>
          <p:cNvPr id="1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hoto">
    <p:spTree>
      <p:nvGrpSpPr>
        <p:cNvPr id="1" name=""/>
        <p:cNvGrpSpPr/>
        <p:nvPr/>
      </p:nvGrpSpPr>
      <p:grpSpPr>
        <a:xfrm>
          <a:off x="0" y="0"/>
          <a:ext cx="0" cy="0"/>
          <a:chOff x="0" y="0"/>
          <a:chExt cx="0" cy="0"/>
        </a:xfrm>
      </p:grpSpPr>
      <p:sp>
        <p:nvSpPr>
          <p:cNvPr id="130" name="–Johnny Appleseed"/>
          <p:cNvSpPr txBox="1"/>
          <p:nvPr>
            <p:ph type="body" sz="quarter" idx="21"/>
          </p:nvPr>
        </p:nvSpPr>
        <p:spPr>
          <a:xfrm>
            <a:off x="2374900" y="4165600"/>
            <a:ext cx="19621500" cy="768288"/>
          </a:xfrm>
          <a:prstGeom prst="rect">
            <a:avLst/>
          </a:prstGeom>
        </p:spPr>
        <p:txBody>
          <a:bodyPr anchor="t">
            <a:spAutoFit/>
          </a:bodyPr>
          <a:lstStyle>
            <a:lvl1pPr marL="0" indent="0">
              <a:spcBef>
                <a:spcPts val="0"/>
              </a:spcBef>
              <a:buClrTx/>
              <a:buSzTx/>
              <a:buNone/>
              <a:defRPr b="1" cap="all" spc="735" sz="4600">
                <a:latin typeface="Arial"/>
                <a:ea typeface="Arial"/>
                <a:cs typeface="Arial"/>
                <a:sym typeface="Arial"/>
              </a:defRPr>
            </a:lvl1pPr>
          </a:lstStyle>
          <a:p>
            <a:pPr/>
            <a:r>
              <a:t>–Johnny Appleseed</a:t>
            </a:r>
          </a:p>
        </p:txBody>
      </p:sp>
      <p:sp>
        <p:nvSpPr>
          <p:cNvPr id="131" name="“Type a quote here.”"/>
          <p:cNvSpPr txBox="1"/>
          <p:nvPr>
            <p:ph type="body" sz="quarter" idx="22"/>
          </p:nvPr>
        </p:nvSpPr>
        <p:spPr>
          <a:xfrm>
            <a:off x="2374900" y="1917700"/>
            <a:ext cx="19621500" cy="965200"/>
          </a:xfrm>
          <a:prstGeom prst="rect">
            <a:avLst/>
          </a:prstGeom>
        </p:spPr>
        <p:txBody>
          <a:bodyPr>
            <a:spAutoFit/>
          </a:bodyPr>
          <a:lstStyle>
            <a:lvl1pPr marL="0" indent="0" algn="ctr">
              <a:spcBef>
                <a:spcPts val="0"/>
              </a:spcBef>
              <a:buClrTx/>
              <a:buSzTx/>
              <a:buNone/>
              <a:defRPr>
                <a:latin typeface="+mn-lt"/>
                <a:ea typeface="+mn-ea"/>
                <a:cs typeface="+mn-cs"/>
                <a:sym typeface="Avenir Light"/>
              </a:defRPr>
            </a:lvl1pPr>
          </a:lstStyle>
          <a:p>
            <a:pPr/>
            <a:r>
              <a:t>“Type a quote here.” </a:t>
            </a:r>
          </a:p>
        </p:txBody>
      </p:sp>
      <p:sp>
        <p:nvSpPr>
          <p:cNvPr id="132" name="Rocks in a calm lake with mountains in the background at dusk"/>
          <p:cNvSpPr/>
          <p:nvPr>
            <p:ph type="pic" idx="23"/>
          </p:nvPr>
        </p:nvSpPr>
        <p:spPr>
          <a:xfrm>
            <a:off x="-76200" y="3950692"/>
            <a:ext cx="24536400" cy="13363196"/>
          </a:xfrm>
          <a:prstGeom prst="rect">
            <a:avLst/>
          </a:prstGeom>
        </p:spPr>
        <p:txBody>
          <a:bodyPr lIns="91439" tIns="45719" rIns="91439" bIns="45719" anchor="t">
            <a:noAutofit/>
          </a:bodyPr>
          <a:lstStyle/>
          <a:p>
            <a:pPr/>
          </a:p>
        </p:txBody>
      </p:sp>
      <p:sp>
        <p:nvSpPr>
          <p:cNvPr id="13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40" name="Illuminated tent on a snowy mountaintop at dusk"/>
          <p:cNvSpPr/>
          <p:nvPr>
            <p:ph type="pic" idx="21"/>
          </p:nvPr>
        </p:nvSpPr>
        <p:spPr>
          <a:xfrm>
            <a:off x="0" y="-1587500"/>
            <a:ext cx="24383997" cy="16859792"/>
          </a:xfrm>
          <a:prstGeom prst="rect">
            <a:avLst/>
          </a:prstGeom>
        </p:spPr>
        <p:txBody>
          <a:bodyPr lIns="91439" tIns="45719" rIns="91439" bIns="45719" anchor="t">
            <a:noAutofit/>
          </a:bodyPr>
          <a:lstStyle/>
          <a:p>
            <a:pPr/>
          </a:p>
        </p:txBody>
      </p:sp>
      <p:sp>
        <p:nvSpPr>
          <p:cNvPr id="1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000000"/>
        </a:solidFill>
      </p:bgPr>
    </p:bg>
    <p:spTree>
      <p:nvGrpSpPr>
        <p:cNvPr id="1" name=""/>
        <p:cNvGrpSpPr/>
        <p:nvPr/>
      </p:nvGrpSpPr>
      <p:grpSpPr>
        <a:xfrm>
          <a:off x="0" y="0"/>
          <a:ext cx="0" cy="0"/>
          <a:chOff x="0" y="0"/>
          <a:chExt cx="0" cy="0"/>
        </a:xfrm>
      </p:grpSpPr>
      <p:sp>
        <p:nvSpPr>
          <p:cNvPr id="2" name="Title Text"/>
          <p:cNvSpPr txBox="1"/>
          <p:nvPr>
            <p:ph type="title"/>
          </p:nvPr>
        </p:nvSpPr>
        <p:spPr>
          <a:xfrm>
            <a:off x="1231900" y="863600"/>
            <a:ext cx="21907500"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Title Text</a:t>
            </a:r>
          </a:p>
        </p:txBody>
      </p:sp>
      <p:sp>
        <p:nvSpPr>
          <p:cNvPr id="3" name="Body Level One…"/>
          <p:cNvSpPr txBox="1"/>
          <p:nvPr>
            <p:ph type="body" idx="1"/>
          </p:nvPr>
        </p:nvSpPr>
        <p:spPr>
          <a:xfrm>
            <a:off x="1231900" y="2844800"/>
            <a:ext cx="21907500" cy="94488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950793" y="13049250"/>
            <a:ext cx="431293" cy="520700"/>
          </a:xfrm>
          <a:prstGeom prst="rect">
            <a:avLst/>
          </a:prstGeom>
          <a:ln w="12700">
            <a:miter lim="400000"/>
          </a:ln>
        </p:spPr>
        <p:txBody>
          <a:bodyPr wrap="none" lIns="50800" tIns="50800" rIns="50800" bIns="50800" anchor="ctr">
            <a:spAutoFit/>
          </a:bodyPr>
          <a:lstStyle>
            <a:lvl1pPr algn="ctr">
              <a:spcBef>
                <a:spcPts val="0"/>
              </a:spcBef>
              <a:defRPr sz="2400">
                <a:latin typeface="+mn-lt"/>
                <a:ea typeface="+mn-ea"/>
                <a:cs typeface="+mn-cs"/>
                <a:sym typeface="Avenir Light"/>
              </a:defRPr>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transition xmlns:p14="http://schemas.microsoft.com/office/powerpoint/2010/main" spd="med" advClick="1"/>
  <p:txStyles>
    <p:titleStyle>
      <a:lvl1pPr marL="0" marR="0" indent="0" algn="l" defTabSz="825500" rtl="0" latinLnBrk="0">
        <a:lnSpc>
          <a:spcPct val="100000"/>
        </a:lnSpc>
        <a:spcBef>
          <a:spcPts val="0"/>
        </a:spcBef>
        <a:spcAft>
          <a:spcPts val="0"/>
        </a:spcAft>
        <a:buClrTx/>
        <a:buSzTx/>
        <a:buFontTx/>
        <a:buNone/>
        <a:tabLst/>
        <a:defRPr b="0" baseline="0" cap="all" i="0" spc="992" strike="noStrike" sz="6200" u="none">
          <a:solidFill>
            <a:srgbClr val="FFFFFF"/>
          </a:solidFill>
          <a:uFillTx/>
          <a:latin typeface="+mn-lt"/>
          <a:ea typeface="+mn-ea"/>
          <a:cs typeface="+mn-cs"/>
          <a:sym typeface="Avenir Light"/>
        </a:defRPr>
      </a:lvl1pPr>
      <a:lvl2pPr marL="0" marR="0" indent="0" algn="l" defTabSz="825500" rtl="0" latinLnBrk="0">
        <a:lnSpc>
          <a:spcPct val="100000"/>
        </a:lnSpc>
        <a:spcBef>
          <a:spcPts val="0"/>
        </a:spcBef>
        <a:spcAft>
          <a:spcPts val="0"/>
        </a:spcAft>
        <a:buClrTx/>
        <a:buSzTx/>
        <a:buFontTx/>
        <a:buNone/>
        <a:tabLst/>
        <a:defRPr b="0" baseline="0" cap="all" i="0" spc="992" strike="noStrike" sz="6200" u="none">
          <a:solidFill>
            <a:srgbClr val="FFFFFF"/>
          </a:solidFill>
          <a:uFillTx/>
          <a:latin typeface="+mn-lt"/>
          <a:ea typeface="+mn-ea"/>
          <a:cs typeface="+mn-cs"/>
          <a:sym typeface="Avenir Light"/>
        </a:defRPr>
      </a:lvl2pPr>
      <a:lvl3pPr marL="0" marR="0" indent="0" algn="l" defTabSz="825500" rtl="0" latinLnBrk="0">
        <a:lnSpc>
          <a:spcPct val="100000"/>
        </a:lnSpc>
        <a:spcBef>
          <a:spcPts val="0"/>
        </a:spcBef>
        <a:spcAft>
          <a:spcPts val="0"/>
        </a:spcAft>
        <a:buClrTx/>
        <a:buSzTx/>
        <a:buFontTx/>
        <a:buNone/>
        <a:tabLst/>
        <a:defRPr b="0" baseline="0" cap="all" i="0" spc="992" strike="noStrike" sz="6200" u="none">
          <a:solidFill>
            <a:srgbClr val="FFFFFF"/>
          </a:solidFill>
          <a:uFillTx/>
          <a:latin typeface="+mn-lt"/>
          <a:ea typeface="+mn-ea"/>
          <a:cs typeface="+mn-cs"/>
          <a:sym typeface="Avenir Light"/>
        </a:defRPr>
      </a:lvl3pPr>
      <a:lvl4pPr marL="0" marR="0" indent="0" algn="l" defTabSz="825500" rtl="0" latinLnBrk="0">
        <a:lnSpc>
          <a:spcPct val="100000"/>
        </a:lnSpc>
        <a:spcBef>
          <a:spcPts val="0"/>
        </a:spcBef>
        <a:spcAft>
          <a:spcPts val="0"/>
        </a:spcAft>
        <a:buClrTx/>
        <a:buSzTx/>
        <a:buFontTx/>
        <a:buNone/>
        <a:tabLst/>
        <a:defRPr b="0" baseline="0" cap="all" i="0" spc="992" strike="noStrike" sz="6200" u="none">
          <a:solidFill>
            <a:srgbClr val="FFFFFF"/>
          </a:solidFill>
          <a:uFillTx/>
          <a:latin typeface="+mn-lt"/>
          <a:ea typeface="+mn-ea"/>
          <a:cs typeface="+mn-cs"/>
          <a:sym typeface="Avenir Light"/>
        </a:defRPr>
      </a:lvl4pPr>
      <a:lvl5pPr marL="0" marR="0" indent="0" algn="l" defTabSz="825500" rtl="0" latinLnBrk="0">
        <a:lnSpc>
          <a:spcPct val="100000"/>
        </a:lnSpc>
        <a:spcBef>
          <a:spcPts val="0"/>
        </a:spcBef>
        <a:spcAft>
          <a:spcPts val="0"/>
        </a:spcAft>
        <a:buClrTx/>
        <a:buSzTx/>
        <a:buFontTx/>
        <a:buNone/>
        <a:tabLst/>
        <a:defRPr b="0" baseline="0" cap="all" i="0" spc="992" strike="noStrike" sz="6200" u="none">
          <a:solidFill>
            <a:srgbClr val="FFFFFF"/>
          </a:solidFill>
          <a:uFillTx/>
          <a:latin typeface="+mn-lt"/>
          <a:ea typeface="+mn-ea"/>
          <a:cs typeface="+mn-cs"/>
          <a:sym typeface="Avenir Light"/>
        </a:defRPr>
      </a:lvl5pPr>
      <a:lvl6pPr marL="0" marR="0" indent="0" algn="l" defTabSz="825500" rtl="0" latinLnBrk="0">
        <a:lnSpc>
          <a:spcPct val="100000"/>
        </a:lnSpc>
        <a:spcBef>
          <a:spcPts val="0"/>
        </a:spcBef>
        <a:spcAft>
          <a:spcPts val="0"/>
        </a:spcAft>
        <a:buClrTx/>
        <a:buSzTx/>
        <a:buFontTx/>
        <a:buNone/>
        <a:tabLst/>
        <a:defRPr b="0" baseline="0" cap="all" i="0" spc="992" strike="noStrike" sz="6200" u="none">
          <a:solidFill>
            <a:srgbClr val="FFFFFF"/>
          </a:solidFill>
          <a:uFillTx/>
          <a:latin typeface="+mn-lt"/>
          <a:ea typeface="+mn-ea"/>
          <a:cs typeface="+mn-cs"/>
          <a:sym typeface="Avenir Light"/>
        </a:defRPr>
      </a:lvl6pPr>
      <a:lvl7pPr marL="0" marR="0" indent="0" algn="l" defTabSz="825500" rtl="0" latinLnBrk="0">
        <a:lnSpc>
          <a:spcPct val="100000"/>
        </a:lnSpc>
        <a:spcBef>
          <a:spcPts val="0"/>
        </a:spcBef>
        <a:spcAft>
          <a:spcPts val="0"/>
        </a:spcAft>
        <a:buClrTx/>
        <a:buSzTx/>
        <a:buFontTx/>
        <a:buNone/>
        <a:tabLst/>
        <a:defRPr b="0" baseline="0" cap="all" i="0" spc="992" strike="noStrike" sz="6200" u="none">
          <a:solidFill>
            <a:srgbClr val="FFFFFF"/>
          </a:solidFill>
          <a:uFillTx/>
          <a:latin typeface="+mn-lt"/>
          <a:ea typeface="+mn-ea"/>
          <a:cs typeface="+mn-cs"/>
          <a:sym typeface="Avenir Light"/>
        </a:defRPr>
      </a:lvl7pPr>
      <a:lvl8pPr marL="0" marR="0" indent="0" algn="l" defTabSz="825500" rtl="0" latinLnBrk="0">
        <a:lnSpc>
          <a:spcPct val="100000"/>
        </a:lnSpc>
        <a:spcBef>
          <a:spcPts val="0"/>
        </a:spcBef>
        <a:spcAft>
          <a:spcPts val="0"/>
        </a:spcAft>
        <a:buClrTx/>
        <a:buSzTx/>
        <a:buFontTx/>
        <a:buNone/>
        <a:tabLst/>
        <a:defRPr b="0" baseline="0" cap="all" i="0" spc="992" strike="noStrike" sz="6200" u="none">
          <a:solidFill>
            <a:srgbClr val="FFFFFF"/>
          </a:solidFill>
          <a:uFillTx/>
          <a:latin typeface="+mn-lt"/>
          <a:ea typeface="+mn-ea"/>
          <a:cs typeface="+mn-cs"/>
          <a:sym typeface="Avenir Light"/>
        </a:defRPr>
      </a:lvl8pPr>
      <a:lvl9pPr marL="0" marR="0" indent="0" algn="l" defTabSz="825500" rtl="0" latinLnBrk="0">
        <a:lnSpc>
          <a:spcPct val="100000"/>
        </a:lnSpc>
        <a:spcBef>
          <a:spcPts val="0"/>
        </a:spcBef>
        <a:spcAft>
          <a:spcPts val="0"/>
        </a:spcAft>
        <a:buClrTx/>
        <a:buSzTx/>
        <a:buFontTx/>
        <a:buNone/>
        <a:tabLst/>
        <a:defRPr b="0" baseline="0" cap="all" i="0" spc="992" strike="noStrike" sz="6200" u="none">
          <a:solidFill>
            <a:srgbClr val="FFFFFF"/>
          </a:solidFill>
          <a:uFillTx/>
          <a:latin typeface="+mn-lt"/>
          <a:ea typeface="+mn-ea"/>
          <a:cs typeface="+mn-cs"/>
          <a:sym typeface="Avenir Light"/>
        </a:defRPr>
      </a:lvl9pPr>
    </p:titleStyle>
    <p:bodyStyle>
      <a:lvl1pPr marL="635000" marR="0" indent="-635000" algn="l" defTabSz="825500" latinLnBrk="0">
        <a:lnSpc>
          <a:spcPct val="100000"/>
        </a:lnSpc>
        <a:spcBef>
          <a:spcPts val="5900"/>
        </a:spcBef>
        <a:spcAft>
          <a:spcPts val="0"/>
        </a:spcAft>
        <a:buClr>
          <a:srgbClr val="646464"/>
        </a:buClr>
        <a:buSzPct val="90000"/>
        <a:buFontTx/>
        <a:buChar char="•"/>
        <a:tabLst/>
        <a:defRPr b="0" baseline="0" cap="none" i="0" spc="0" strike="noStrike" sz="5000" u="none">
          <a:solidFill>
            <a:srgbClr val="FFFFFF"/>
          </a:solidFill>
          <a:uFillTx/>
          <a:latin typeface="Times New Roman"/>
          <a:ea typeface="Times New Roman"/>
          <a:cs typeface="Times New Roman"/>
          <a:sym typeface="Times New Roman"/>
        </a:defRPr>
      </a:lvl1pPr>
      <a:lvl2pPr marL="1270000" marR="0" indent="-635000" algn="l" defTabSz="825500" latinLnBrk="0">
        <a:lnSpc>
          <a:spcPct val="100000"/>
        </a:lnSpc>
        <a:spcBef>
          <a:spcPts val="5900"/>
        </a:spcBef>
        <a:spcAft>
          <a:spcPts val="0"/>
        </a:spcAft>
        <a:buClr>
          <a:srgbClr val="646464"/>
        </a:buClr>
        <a:buSzPct val="90000"/>
        <a:buFontTx/>
        <a:buChar char="•"/>
        <a:tabLst/>
        <a:defRPr b="0" baseline="0" cap="none" i="0" spc="0" strike="noStrike" sz="5000" u="none">
          <a:solidFill>
            <a:srgbClr val="FFFFFF"/>
          </a:solidFill>
          <a:uFillTx/>
          <a:latin typeface="Times New Roman"/>
          <a:ea typeface="Times New Roman"/>
          <a:cs typeface="Times New Roman"/>
          <a:sym typeface="Times New Roman"/>
        </a:defRPr>
      </a:lvl2pPr>
      <a:lvl3pPr marL="1905000" marR="0" indent="-635000" algn="l" defTabSz="825500" latinLnBrk="0">
        <a:lnSpc>
          <a:spcPct val="100000"/>
        </a:lnSpc>
        <a:spcBef>
          <a:spcPts val="5900"/>
        </a:spcBef>
        <a:spcAft>
          <a:spcPts val="0"/>
        </a:spcAft>
        <a:buClr>
          <a:srgbClr val="646464"/>
        </a:buClr>
        <a:buSzPct val="90000"/>
        <a:buFontTx/>
        <a:buChar char="•"/>
        <a:tabLst/>
        <a:defRPr b="0" baseline="0" cap="none" i="0" spc="0" strike="noStrike" sz="5000" u="none">
          <a:solidFill>
            <a:srgbClr val="FFFFFF"/>
          </a:solidFill>
          <a:uFillTx/>
          <a:latin typeface="Times New Roman"/>
          <a:ea typeface="Times New Roman"/>
          <a:cs typeface="Times New Roman"/>
          <a:sym typeface="Times New Roman"/>
        </a:defRPr>
      </a:lvl3pPr>
      <a:lvl4pPr marL="2540000" marR="0" indent="-635000" algn="l" defTabSz="825500" latinLnBrk="0">
        <a:lnSpc>
          <a:spcPct val="100000"/>
        </a:lnSpc>
        <a:spcBef>
          <a:spcPts val="5900"/>
        </a:spcBef>
        <a:spcAft>
          <a:spcPts val="0"/>
        </a:spcAft>
        <a:buClr>
          <a:srgbClr val="646464"/>
        </a:buClr>
        <a:buSzPct val="90000"/>
        <a:buFontTx/>
        <a:buChar char="•"/>
        <a:tabLst/>
        <a:defRPr b="0" baseline="0" cap="none" i="0" spc="0" strike="noStrike" sz="5000" u="none">
          <a:solidFill>
            <a:srgbClr val="FFFFFF"/>
          </a:solidFill>
          <a:uFillTx/>
          <a:latin typeface="Times New Roman"/>
          <a:ea typeface="Times New Roman"/>
          <a:cs typeface="Times New Roman"/>
          <a:sym typeface="Times New Roman"/>
        </a:defRPr>
      </a:lvl4pPr>
      <a:lvl5pPr marL="3175000" marR="0" indent="-635000" algn="l" defTabSz="825500" latinLnBrk="0">
        <a:lnSpc>
          <a:spcPct val="100000"/>
        </a:lnSpc>
        <a:spcBef>
          <a:spcPts val="5900"/>
        </a:spcBef>
        <a:spcAft>
          <a:spcPts val="0"/>
        </a:spcAft>
        <a:buClr>
          <a:srgbClr val="646464"/>
        </a:buClr>
        <a:buSzPct val="90000"/>
        <a:buFontTx/>
        <a:buChar char="•"/>
        <a:tabLst/>
        <a:defRPr b="0" baseline="0" cap="none" i="0" spc="0" strike="noStrike" sz="5000" u="none">
          <a:solidFill>
            <a:srgbClr val="FFFFFF"/>
          </a:solidFill>
          <a:uFillTx/>
          <a:latin typeface="Times New Roman"/>
          <a:ea typeface="Times New Roman"/>
          <a:cs typeface="Times New Roman"/>
          <a:sym typeface="Times New Roman"/>
        </a:defRPr>
      </a:lvl5pPr>
      <a:lvl6pPr marL="3810000" marR="0" indent="-635000" algn="l" defTabSz="825500" latinLnBrk="0">
        <a:lnSpc>
          <a:spcPct val="100000"/>
        </a:lnSpc>
        <a:spcBef>
          <a:spcPts val="5900"/>
        </a:spcBef>
        <a:spcAft>
          <a:spcPts val="0"/>
        </a:spcAft>
        <a:buClr>
          <a:srgbClr val="646464"/>
        </a:buClr>
        <a:buSzPct val="90000"/>
        <a:buFontTx/>
        <a:buChar char="•"/>
        <a:tabLst/>
        <a:defRPr b="0" baseline="0" cap="none" i="0" spc="0" strike="noStrike" sz="5000" u="none">
          <a:solidFill>
            <a:srgbClr val="FFFFFF"/>
          </a:solidFill>
          <a:uFillTx/>
          <a:latin typeface="Times New Roman"/>
          <a:ea typeface="Times New Roman"/>
          <a:cs typeface="Times New Roman"/>
          <a:sym typeface="Times New Roman"/>
        </a:defRPr>
      </a:lvl6pPr>
      <a:lvl7pPr marL="4445000" marR="0" indent="-635000" algn="l" defTabSz="825500" latinLnBrk="0">
        <a:lnSpc>
          <a:spcPct val="100000"/>
        </a:lnSpc>
        <a:spcBef>
          <a:spcPts val="5900"/>
        </a:spcBef>
        <a:spcAft>
          <a:spcPts val="0"/>
        </a:spcAft>
        <a:buClr>
          <a:srgbClr val="646464"/>
        </a:buClr>
        <a:buSzPct val="90000"/>
        <a:buFontTx/>
        <a:buChar char="•"/>
        <a:tabLst/>
        <a:defRPr b="0" baseline="0" cap="none" i="0" spc="0" strike="noStrike" sz="5000" u="none">
          <a:solidFill>
            <a:srgbClr val="FFFFFF"/>
          </a:solidFill>
          <a:uFillTx/>
          <a:latin typeface="Times New Roman"/>
          <a:ea typeface="Times New Roman"/>
          <a:cs typeface="Times New Roman"/>
          <a:sym typeface="Times New Roman"/>
        </a:defRPr>
      </a:lvl7pPr>
      <a:lvl8pPr marL="5080000" marR="0" indent="-635000" algn="l" defTabSz="825500" latinLnBrk="0">
        <a:lnSpc>
          <a:spcPct val="100000"/>
        </a:lnSpc>
        <a:spcBef>
          <a:spcPts val="5900"/>
        </a:spcBef>
        <a:spcAft>
          <a:spcPts val="0"/>
        </a:spcAft>
        <a:buClr>
          <a:srgbClr val="646464"/>
        </a:buClr>
        <a:buSzPct val="90000"/>
        <a:buFontTx/>
        <a:buChar char="•"/>
        <a:tabLst/>
        <a:defRPr b="0" baseline="0" cap="none" i="0" spc="0" strike="noStrike" sz="5000" u="none">
          <a:solidFill>
            <a:srgbClr val="FFFFFF"/>
          </a:solidFill>
          <a:uFillTx/>
          <a:latin typeface="Times New Roman"/>
          <a:ea typeface="Times New Roman"/>
          <a:cs typeface="Times New Roman"/>
          <a:sym typeface="Times New Roman"/>
        </a:defRPr>
      </a:lvl8pPr>
      <a:lvl9pPr marL="5715000" marR="0" indent="-635000" algn="l" defTabSz="825500" latinLnBrk="0">
        <a:lnSpc>
          <a:spcPct val="100000"/>
        </a:lnSpc>
        <a:spcBef>
          <a:spcPts val="5900"/>
        </a:spcBef>
        <a:spcAft>
          <a:spcPts val="0"/>
        </a:spcAft>
        <a:buClr>
          <a:srgbClr val="646464"/>
        </a:buClr>
        <a:buSzPct val="90000"/>
        <a:buFontTx/>
        <a:buChar char="•"/>
        <a:tabLst/>
        <a:defRPr b="0" baseline="0" cap="none" i="0" spc="0" strike="noStrike" sz="5000" u="none">
          <a:solidFill>
            <a:srgbClr val="FFFFFF"/>
          </a:solidFill>
          <a:uFillTx/>
          <a:latin typeface="Times New Roman"/>
          <a:ea typeface="Times New Roman"/>
          <a:cs typeface="Times New Roman"/>
          <a:sym typeface="Times New Roman"/>
        </a:defRPr>
      </a:lvl9pPr>
    </p:bodyStyle>
    <p:otherStyle>
      <a:lvl1pPr marL="0" marR="0" indent="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Avenir Light"/>
        </a:defRPr>
      </a:lvl1pPr>
      <a:lvl2pPr marL="0" marR="0" indent="2286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Avenir Light"/>
        </a:defRPr>
      </a:lvl2pPr>
      <a:lvl3pPr marL="0" marR="0" indent="4572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Avenir Light"/>
        </a:defRPr>
      </a:lvl3pPr>
      <a:lvl4pPr marL="0" marR="0" indent="6858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Avenir Light"/>
        </a:defRPr>
      </a:lvl4pPr>
      <a:lvl5pPr marL="0" marR="0" indent="9144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Avenir Light"/>
        </a:defRPr>
      </a:lvl5pPr>
      <a:lvl6pPr marL="0" marR="0" indent="11430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Avenir Light"/>
        </a:defRPr>
      </a:lvl6pPr>
      <a:lvl7pPr marL="0" marR="0" indent="13716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Avenir Light"/>
        </a:defRPr>
      </a:lvl7pPr>
      <a:lvl8pPr marL="0" marR="0" indent="16002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Avenir Light"/>
        </a:defRPr>
      </a:lvl8pPr>
      <a:lvl9pPr marL="0" marR="0" indent="18288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Avenir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1FDFD"/>
        </a:solidFill>
      </p:bgPr>
    </p:bg>
    <p:spTree>
      <p:nvGrpSpPr>
        <p:cNvPr id="1" name=""/>
        <p:cNvGrpSpPr/>
        <p:nvPr/>
      </p:nvGrpSpPr>
      <p:grpSpPr>
        <a:xfrm>
          <a:off x="0" y="0"/>
          <a:ext cx="0" cy="0"/>
          <a:chOff x="0" y="0"/>
          <a:chExt cx="0" cy="0"/>
        </a:xfrm>
      </p:grpSpPr>
      <p:sp>
        <p:nvSpPr>
          <p:cNvPr id="157" name="Dr. Sudhir Chandra Sur Institute of Technology &amp; Sports Complex"/>
          <p:cNvSpPr txBox="1"/>
          <p:nvPr>
            <p:ph type="subTitle" sz="quarter" idx="1"/>
          </p:nvPr>
        </p:nvSpPr>
        <p:spPr>
          <a:xfrm>
            <a:off x="1809750" y="4572000"/>
            <a:ext cx="20656448" cy="1244600"/>
          </a:xfrm>
          <a:prstGeom prst="rect">
            <a:avLst/>
          </a:prstGeom>
          <a:ln w="9525">
            <a:round/>
          </a:ln>
          <a:effectLst>
            <a:outerShdw sx="100000" sy="100000" kx="0" ky="0" algn="b" rotWithShape="0" blurRad="254000" dist="127000" dir="5400000">
              <a:srgbClr val="000000">
                <a:alpha val="70000"/>
              </a:srgbClr>
            </a:outerShdw>
          </a:effectLst>
        </p:spPr>
        <p:txBody>
          <a:bodyPr/>
          <a:lstStyle/>
          <a:p>
            <a:pPr algn="ctr" defTabSz="627379">
              <a:defRPr spc="389" sz="2432">
                <a:solidFill>
                  <a:srgbClr val="212121"/>
                </a:solidFill>
                <a:latin typeface="Avenir Medium"/>
                <a:ea typeface="Avenir Medium"/>
                <a:cs typeface="Avenir Medium"/>
                <a:sym typeface="Avenir Medium"/>
              </a:defRPr>
            </a:pPr>
            <a:r>
              <a:t>  </a:t>
            </a:r>
            <a:r>
              <a:rPr spc="535" sz="3343">
                <a:latin typeface="Avenir Book Oblique"/>
                <a:ea typeface="Avenir Book Oblique"/>
                <a:cs typeface="Avenir Book Oblique"/>
                <a:sym typeface="Avenir Book Oblique"/>
              </a:rPr>
              <a:t>Dr. Sudhir Chandra Sur Institute of Technology &amp; Sports Complex         </a:t>
            </a:r>
          </a:p>
        </p:txBody>
      </p:sp>
      <p:graphicFrame>
        <p:nvGraphicFramePr>
          <p:cNvPr id="158" name="Table 1"/>
          <p:cNvGraphicFramePr/>
          <p:nvPr/>
        </p:nvGraphicFramePr>
        <p:xfrm>
          <a:off x="21783341" y="-2816055"/>
          <a:ext cx="152401" cy="266701"/>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139700"/>
              </a:tblGrid>
              <a:tr h="127000">
                <a:tc>
                  <a:txBody>
                    <a:bodyPr/>
                    <a:lstStyle/>
                    <a:p>
                      <a:pPr>
                        <a:defRPr cap="all" spc="608" sz="3800"/>
                      </a:pPr>
                    </a:p>
                  </a:txBody>
                  <a:tcPr marL="50800" marR="50800" marT="50800" marB="50800" anchor="ctr" anchorCtr="0" horzOverflow="overflow"/>
                </a:tc>
              </a:tr>
              <a:tr h="127000">
                <a:tc>
                  <a:txBody>
                    <a:bodyPr/>
                    <a:lstStyle/>
                    <a:p>
                      <a:pPr>
                        <a:defRPr cap="all" spc="608" sz="3800"/>
                      </a:pPr>
                    </a:p>
                  </a:txBody>
                  <a:tcPr marL="50800" marR="50800" marT="50800" marB="50800" anchor="ctr" anchorCtr="0" horzOverflow="overflow"/>
                </a:tc>
              </a:tr>
            </a:tbl>
          </a:graphicData>
        </a:graphic>
      </p:graphicFrame>
      <p:sp>
        <p:nvSpPr>
          <p:cNvPr id="159" name="Double-click to edit"/>
          <p:cNvSpPr txBox="1"/>
          <p:nvPr>
            <p:ph type="ctrTitle"/>
          </p:nvPr>
        </p:nvSpPr>
        <p:spPr>
          <a:xfrm>
            <a:off x="9248644" y="8184882"/>
            <a:ext cx="5441987" cy="1351797"/>
          </a:xfrm>
          <a:prstGeom prst="rect">
            <a:avLst/>
          </a:prstGeom>
        </p:spPr>
        <p:txBody>
          <a:bodyPr/>
          <a:lstStyle/>
          <a:p>
            <a:pPr defTabSz="742950">
              <a:spcBef>
                <a:spcPts val="5300"/>
              </a:spcBef>
              <a:defRPr cap="none" spc="0" sz="4500">
                <a:latin typeface="Times New Roman"/>
                <a:ea typeface="Times New Roman"/>
                <a:cs typeface="Times New Roman"/>
                <a:sym typeface="Times New Roman"/>
              </a:defRPr>
            </a:pPr>
            <a:r>
              <a:t>                                                                       </a:t>
            </a:r>
            <a:endParaRPr sz="7379">
              <a:solidFill>
                <a:srgbClr val="D4FB79"/>
              </a:solidFill>
              <a:latin typeface="Apple Chancery"/>
              <a:ea typeface="Apple Chancery"/>
              <a:cs typeface="Apple Chancery"/>
              <a:sym typeface="Apple Chancery"/>
            </a:endParaRPr>
          </a:p>
          <a:p>
            <a:pPr defTabSz="742950">
              <a:defRPr spc="460" sz="2880">
                <a:latin typeface="Avenir Book"/>
                <a:ea typeface="Avenir Book"/>
                <a:cs typeface="Avenir Book"/>
                <a:sym typeface="Avenir Book"/>
              </a:defRPr>
            </a:pPr>
            <a:r>
              <a:rPr>
                <a:solidFill>
                  <a:srgbClr val="D4FB79"/>
                </a:solidFill>
                <a:latin typeface="Apple Chancery"/>
                <a:ea typeface="Apple Chancery"/>
                <a:cs typeface="Apple Chancery"/>
                <a:sym typeface="Apple Chancery"/>
              </a:rPr>
              <a:t>                                                           </a:t>
            </a:r>
          </a:p>
        </p:txBody>
      </p:sp>
      <p:pic>
        <p:nvPicPr>
          <p:cNvPr id="160" name="pasted-movie.png" descr="pasted-movie.png"/>
          <p:cNvPicPr>
            <a:picLocks noChangeAspect="1"/>
          </p:cNvPicPr>
          <p:nvPr/>
        </p:nvPicPr>
        <p:blipFill>
          <a:blip r:embed="rId2">
            <a:extLst/>
          </a:blip>
          <a:stretch>
            <a:fillRect/>
          </a:stretch>
        </p:blipFill>
        <p:spPr>
          <a:xfrm>
            <a:off x="10349285" y="253352"/>
            <a:ext cx="3685431" cy="3573751"/>
          </a:xfrm>
          <a:prstGeom prst="rect">
            <a:avLst/>
          </a:prstGeom>
          <a:ln w="25400">
            <a:miter lim="400000"/>
          </a:ln>
          <a:effectLst>
            <a:outerShdw sx="100000" sy="100000" kx="0" ky="0" algn="b" rotWithShape="0" blurRad="254000" dist="127000" dir="5400000">
              <a:srgbClr val="000000">
                <a:alpha val="70000"/>
              </a:srgbClr>
            </a:outerShdw>
          </a:effectLst>
        </p:spPr>
      </p:pic>
      <p:sp>
        <p:nvSpPr>
          <p:cNvPr id="161" name="Stored Program Organisation"/>
          <p:cNvSpPr txBox="1"/>
          <p:nvPr/>
        </p:nvSpPr>
        <p:spPr>
          <a:xfrm>
            <a:off x="6242393" y="6417724"/>
            <a:ext cx="11659460" cy="1397001"/>
          </a:xfrm>
          <a:prstGeom prst="rect">
            <a:avLst/>
          </a:prstGeom>
          <a:ln w="12700">
            <a:miter lim="400000"/>
          </a:ln>
          <a:effectLst>
            <a:outerShdw sx="100000" sy="100000" kx="0" ky="0" algn="b" rotWithShape="0" blurRad="254000" dist="127000" dir="5400000">
              <a:srgbClr val="000000">
                <a:alpha val="70000"/>
              </a:srgbClr>
            </a:outerShdw>
          </a:effectLst>
          <a:extLst>
            <a:ext uri="{C572A759-6A51-4108-AA02-DFA0A04FC94B}">
              <ma14:wrappingTextBoxFlag xmlns:ma14="http://schemas.microsoft.com/office/mac/drawingml/2011/main" val="1"/>
            </a:ext>
          </a:extLst>
        </p:spPr>
        <p:txBody>
          <a:bodyPr lIns="50800" tIns="50800" rIns="50800" bIns="50800" anchor="ctr">
            <a:spAutoFit/>
          </a:bodyPr>
          <a:lstStyle>
            <a:lvl1pPr algn="ctr" defTabSz="457200">
              <a:spcBef>
                <a:spcPts val="0"/>
              </a:spcBef>
              <a:defRPr sz="6400">
                <a:solidFill>
                  <a:srgbClr val="011993"/>
                </a:solidFill>
                <a:latin typeface="Apple Chancery"/>
                <a:ea typeface="Apple Chancery"/>
                <a:cs typeface="Apple Chancery"/>
                <a:sym typeface="Apple Chancery"/>
              </a:defRPr>
            </a:lvl1pPr>
          </a:lstStyle>
          <a:p>
            <a:pPr/>
            <a:r>
              <a:t>Stored Program Organisation</a:t>
            </a:r>
          </a:p>
        </p:txBody>
      </p:sp>
      <p:sp>
        <p:nvSpPr>
          <p:cNvPr id="162" name="Presented bY"/>
          <p:cNvSpPr txBox="1"/>
          <p:nvPr/>
        </p:nvSpPr>
        <p:spPr>
          <a:xfrm>
            <a:off x="9769130" y="7918380"/>
            <a:ext cx="5086816" cy="3657601"/>
          </a:xfrm>
          <a:prstGeom prst="rect">
            <a:avLst/>
          </a:prstGeom>
          <a:ln w="12700">
            <a:miter lim="400000"/>
          </a:ln>
          <a:effectLst>
            <a:outerShdw sx="100000" sy="100000" kx="0" ky="0" algn="b" rotWithShape="0" blurRad="190500" dist="12700" dir="5400000">
              <a:srgbClr val="000000"/>
            </a:outerShdw>
          </a:effectLst>
          <a:extLst>
            <a:ext uri="{C572A759-6A51-4108-AA02-DFA0A04FC94B}">
              <ma14:wrappingTextBoxFlag xmlns:ma14="http://schemas.microsoft.com/office/mac/drawingml/2011/main" val="1"/>
            </a:ext>
          </a:extLst>
        </p:spPr>
        <p:txBody>
          <a:bodyPr lIns="50800" tIns="50800" rIns="50800" bIns="50800" anchor="ctr">
            <a:spAutoFit/>
          </a:bodyPr>
          <a:lstStyle>
            <a:lvl1pPr>
              <a:defRPr sz="6600">
                <a:solidFill>
                  <a:srgbClr val="212121"/>
                </a:solidFill>
                <a:latin typeface="Apple Chancery"/>
                <a:ea typeface="Apple Chancery"/>
                <a:cs typeface="Apple Chancery"/>
                <a:sym typeface="Apple Chancery"/>
              </a:defRPr>
            </a:lvl1pPr>
          </a:lstStyle>
          <a:p>
            <a:pPr>
              <a:defRPr>
                <a:latin typeface="Times New Roman"/>
                <a:ea typeface="Times New Roman"/>
                <a:cs typeface="Times New Roman"/>
                <a:sym typeface="Times New Roman"/>
              </a:defRPr>
            </a:pPr>
            <a:r>
              <a:rPr>
                <a:latin typeface="Apple Chancery"/>
                <a:ea typeface="Apple Chancery"/>
                <a:cs typeface="Apple Chancery"/>
                <a:sym typeface="Apple Chancery"/>
              </a:rPr>
              <a:t>Presented bY</a:t>
            </a:r>
            <a:endParaRPr sz="8200">
              <a:solidFill>
                <a:srgbClr val="D4FB79"/>
              </a:solidFill>
              <a:latin typeface="Apple Chancery"/>
              <a:ea typeface="Apple Chancery"/>
              <a:cs typeface="Apple Chancery"/>
              <a:sym typeface="Apple Chancery"/>
            </a:endParaRPr>
          </a:p>
        </p:txBody>
      </p:sp>
      <p:sp>
        <p:nvSpPr>
          <p:cNvPr id="163" name="Book"/>
          <p:cNvSpPr/>
          <p:nvPr/>
        </p:nvSpPr>
        <p:spPr>
          <a:xfrm>
            <a:off x="21972621" y="6308516"/>
            <a:ext cx="1072150" cy="8703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8703"/>
                </a:lnTo>
                <a:lnTo>
                  <a:pt x="0" y="17407"/>
                </a:lnTo>
                <a:cubicBezTo>
                  <a:pt x="7892" y="17407"/>
                  <a:pt x="10521" y="21600"/>
                  <a:pt x="10521" y="21600"/>
                </a:cubicBezTo>
                <a:lnTo>
                  <a:pt x="10521" y="13417"/>
                </a:lnTo>
                <a:lnTo>
                  <a:pt x="10521" y="5233"/>
                </a:lnTo>
                <a:cubicBezTo>
                  <a:pt x="10521" y="5233"/>
                  <a:pt x="7892" y="0"/>
                  <a:pt x="0" y="0"/>
                </a:cubicBezTo>
                <a:close/>
                <a:moveTo>
                  <a:pt x="21600" y="0"/>
                </a:moveTo>
                <a:cubicBezTo>
                  <a:pt x="13708" y="0"/>
                  <a:pt x="11079" y="5233"/>
                  <a:pt x="11079" y="5233"/>
                </a:cubicBezTo>
                <a:lnTo>
                  <a:pt x="11079" y="13417"/>
                </a:lnTo>
                <a:lnTo>
                  <a:pt x="11079" y="21600"/>
                </a:lnTo>
                <a:cubicBezTo>
                  <a:pt x="11079" y="21600"/>
                  <a:pt x="13708" y="17407"/>
                  <a:pt x="21600" y="17407"/>
                </a:cubicBezTo>
                <a:lnTo>
                  <a:pt x="21600" y="8703"/>
                </a:lnTo>
                <a:lnTo>
                  <a:pt x="21600" y="0"/>
                </a:lnTo>
                <a:close/>
              </a:path>
            </a:pathLst>
          </a:custGeom>
          <a:solidFill>
            <a:srgbClr val="000000"/>
          </a:solidFill>
          <a:ln w="12700">
            <a:miter lim="400000"/>
          </a:ln>
          <a:effectLst>
            <a:outerShdw sx="100000" sy="100000" kx="0" ky="0" algn="b" rotWithShape="0" blurRad="254000" dist="127000" dir="5400000">
              <a:srgbClr val="000000">
                <a:alpha val="70000"/>
              </a:srgbClr>
            </a:outerShdw>
          </a:effectLst>
        </p:spPr>
        <p:txBody>
          <a:bodyPr lIns="50800" tIns="50800" rIns="50800" bIns="50800" anchor="ctr"/>
          <a:lstStyle/>
          <a:p>
            <a:pPr algn="ctr">
              <a:spcBef>
                <a:spcPts val="0"/>
              </a:spcBef>
              <a:defRPr cap="all" spc="512" sz="3200">
                <a:latin typeface="Avenir Medium"/>
                <a:ea typeface="Avenir Medium"/>
                <a:cs typeface="Avenir Medium"/>
                <a:sym typeface="Avenir Medium"/>
              </a:defRPr>
            </a:pPr>
          </a:p>
        </p:txBody>
      </p:sp>
      <p:sp>
        <p:nvSpPr>
          <p:cNvPr id="164" name="Book"/>
          <p:cNvSpPr/>
          <p:nvPr/>
        </p:nvSpPr>
        <p:spPr>
          <a:xfrm>
            <a:off x="1287055" y="6295816"/>
            <a:ext cx="1072150" cy="8703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8703"/>
                </a:lnTo>
                <a:lnTo>
                  <a:pt x="0" y="17407"/>
                </a:lnTo>
                <a:cubicBezTo>
                  <a:pt x="7892" y="17407"/>
                  <a:pt x="10521" y="21600"/>
                  <a:pt x="10521" y="21600"/>
                </a:cubicBezTo>
                <a:lnTo>
                  <a:pt x="10521" y="13417"/>
                </a:lnTo>
                <a:lnTo>
                  <a:pt x="10521" y="5233"/>
                </a:lnTo>
                <a:cubicBezTo>
                  <a:pt x="10521" y="5233"/>
                  <a:pt x="7892" y="0"/>
                  <a:pt x="0" y="0"/>
                </a:cubicBezTo>
                <a:close/>
                <a:moveTo>
                  <a:pt x="21600" y="0"/>
                </a:moveTo>
                <a:cubicBezTo>
                  <a:pt x="13708" y="0"/>
                  <a:pt x="11079" y="5233"/>
                  <a:pt x="11079" y="5233"/>
                </a:cubicBezTo>
                <a:lnTo>
                  <a:pt x="11079" y="13417"/>
                </a:lnTo>
                <a:lnTo>
                  <a:pt x="11079" y="21600"/>
                </a:lnTo>
                <a:cubicBezTo>
                  <a:pt x="11079" y="21600"/>
                  <a:pt x="13708" y="17407"/>
                  <a:pt x="21600" y="17407"/>
                </a:cubicBezTo>
                <a:lnTo>
                  <a:pt x="21600" y="8703"/>
                </a:lnTo>
                <a:lnTo>
                  <a:pt x="21600" y="0"/>
                </a:lnTo>
                <a:close/>
              </a:path>
            </a:pathLst>
          </a:custGeom>
          <a:solidFill>
            <a:srgbClr val="212121"/>
          </a:solidFill>
          <a:ln w="12700">
            <a:miter lim="400000"/>
          </a:ln>
          <a:effectLst>
            <a:outerShdw sx="100000" sy="100000" kx="0" ky="0" algn="b" rotWithShape="0" blurRad="254000" dist="127000" dir="5400000">
              <a:srgbClr val="000000">
                <a:alpha val="70000"/>
              </a:srgbClr>
            </a:outerShdw>
          </a:effectLst>
        </p:spPr>
        <p:txBody>
          <a:bodyPr lIns="50800" tIns="50800" rIns="50800" bIns="50800" anchor="ctr"/>
          <a:lstStyle/>
          <a:p>
            <a:pPr algn="ctr">
              <a:spcBef>
                <a:spcPts val="0"/>
              </a:spcBef>
              <a:defRPr cap="all" spc="512" sz="3200">
                <a:latin typeface="Avenir Medium"/>
                <a:ea typeface="Avenir Medium"/>
                <a:cs typeface="Avenir Medium"/>
                <a:sym typeface="Avenir Medium"/>
              </a:defRPr>
            </a:pPr>
          </a:p>
        </p:txBody>
      </p:sp>
      <p:sp>
        <p:nvSpPr>
          <p:cNvPr id="165" name="Reg No: 232550110196"/>
          <p:cNvSpPr txBox="1"/>
          <p:nvPr/>
        </p:nvSpPr>
        <p:spPr>
          <a:xfrm>
            <a:off x="9713408" y="12514340"/>
            <a:ext cx="4797104" cy="6769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b="1" sz="3700">
                <a:solidFill>
                  <a:srgbClr val="000000"/>
                </a:solidFill>
              </a:defRPr>
            </a:pPr>
            <a:r>
              <a:rPr sz="4000"/>
              <a:t>Reg No:</a:t>
            </a:r>
            <a:r>
              <a:t> </a:t>
            </a:r>
            <a:r>
              <a:rPr b="0"/>
              <a:t>232550110196</a:t>
            </a:r>
          </a:p>
        </p:txBody>
      </p:sp>
      <p:sp>
        <p:nvSpPr>
          <p:cNvPr id="166" name="Arijit Bera"/>
          <p:cNvSpPr txBox="1"/>
          <p:nvPr/>
        </p:nvSpPr>
        <p:spPr>
          <a:xfrm>
            <a:off x="10321664" y="9411535"/>
            <a:ext cx="3424716" cy="811226"/>
          </a:xfrm>
          <a:prstGeom prst="rect">
            <a:avLst/>
          </a:prstGeom>
          <a:ln w="12700">
            <a:miter lim="400000"/>
          </a:ln>
          <a:effectLst>
            <a:outerShdw sx="100000" sy="100000" kx="0" ky="0" algn="b" rotWithShape="0" blurRad="254000" dist="127000" dir="5400000">
              <a:srgbClr val="000000">
                <a:alpha val="70000"/>
              </a:srgbClr>
            </a:outerShdw>
          </a:effectLst>
          <a:extLst>
            <a:ext uri="{C572A759-6A51-4108-AA02-DFA0A04FC94B}">
              <ma14:wrappingTextBoxFlag xmlns:ma14="http://schemas.microsoft.com/office/mac/drawingml/2011/main" val="1"/>
            </a:ext>
          </a:extLst>
        </p:spPr>
        <p:txBody>
          <a:bodyPr lIns="50800" tIns="50800" rIns="50800" bIns="50800" anchor="ctr">
            <a:spAutoFit/>
          </a:bodyPr>
          <a:lstStyle>
            <a:lvl1pPr>
              <a:defRPr>
                <a:solidFill>
                  <a:srgbClr val="000000"/>
                </a:solidFill>
              </a:defRPr>
            </a:lvl1pPr>
          </a:lstStyle>
          <a:p>
            <a:pPr/>
            <a:r>
              <a:t>  Arijit Bera</a:t>
            </a:r>
          </a:p>
        </p:txBody>
      </p:sp>
      <p:sp>
        <p:nvSpPr>
          <p:cNvPr id="167" name="Roll: 46   Sec: A   Sem: 3rd   Year: 2nd"/>
          <p:cNvSpPr txBox="1"/>
          <p:nvPr/>
        </p:nvSpPr>
        <p:spPr>
          <a:xfrm>
            <a:off x="7251568" y="11492500"/>
            <a:ext cx="10172740" cy="81122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a:solidFill>
                  <a:srgbClr val="000000"/>
                </a:solidFill>
              </a:defRPr>
            </a:pPr>
            <a:r>
              <a:rPr b="1"/>
              <a:t>Roll</a:t>
            </a:r>
            <a:r>
              <a:rPr b="1"/>
              <a:t>:</a:t>
            </a:r>
            <a:r>
              <a:rPr sz="4100"/>
              <a:t> </a:t>
            </a:r>
            <a:r>
              <a:rPr sz="4500"/>
              <a:t>46</a:t>
            </a:r>
            <a:r>
              <a:rPr sz="4100"/>
              <a:t>   </a:t>
            </a:r>
            <a:r>
              <a:rPr b="1"/>
              <a:t>Sec</a:t>
            </a:r>
            <a:r>
              <a:rPr b="1"/>
              <a:t>: </a:t>
            </a:r>
            <a:r>
              <a:rPr sz="4500"/>
              <a:t>A   </a:t>
            </a:r>
            <a:r>
              <a:rPr b="1"/>
              <a:t>Sem: </a:t>
            </a:r>
            <a:r>
              <a:rPr sz="4500"/>
              <a:t>3rd   </a:t>
            </a:r>
            <a:r>
              <a:rPr b="1"/>
              <a:t>Year: </a:t>
            </a:r>
            <a:r>
              <a:rPr sz="4500"/>
              <a:t>2nd</a:t>
            </a:r>
            <a:r>
              <a:t>   </a:t>
            </a:r>
          </a:p>
        </p:txBody>
      </p:sp>
      <p:pic>
        <p:nvPicPr>
          <p:cNvPr id="168" name="Image 1.jpeg" descr="Image 1.jpeg"/>
          <p:cNvPicPr>
            <a:picLocks noChangeAspect="1"/>
          </p:cNvPicPr>
          <p:nvPr/>
        </p:nvPicPr>
        <p:blipFill>
          <a:blip r:embed="rId3">
            <a:extLst/>
          </a:blip>
          <a:srcRect l="0" t="0" r="0" b="0"/>
          <a:stretch>
            <a:fillRect/>
          </a:stretch>
        </p:blipFill>
        <p:spPr>
          <a:xfrm>
            <a:off x="22322786" y="11721289"/>
            <a:ext cx="1879948" cy="1819005"/>
          </a:xfrm>
          <a:prstGeom prst="rect">
            <a:avLst/>
          </a:prstGeom>
          <a:ln w="25400">
            <a:solidFill>
              <a:srgbClr val="000000"/>
            </a:solidFill>
            <a:miter lim="400000"/>
          </a:ln>
        </p:spPr>
      </p:pic>
      <p:sp>
        <p:nvSpPr>
          <p:cNvPr id="169" name="B.Tech In Computer Science Engineering"/>
          <p:cNvSpPr txBox="1"/>
          <p:nvPr/>
        </p:nvSpPr>
        <p:spPr>
          <a:xfrm>
            <a:off x="6535870" y="10456146"/>
            <a:ext cx="11854282" cy="811226"/>
          </a:xfrm>
          <a:prstGeom prst="rect">
            <a:avLst/>
          </a:prstGeom>
          <a:ln w="12700">
            <a:miter lim="400000"/>
          </a:ln>
          <a:effectLst>
            <a:outerShdw sx="100000" sy="100000" kx="0" ky="0" algn="b" rotWithShape="0" blurRad="355600" dist="0" dir="0">
              <a:srgbClr val="000000">
                <a:alpha val="75000"/>
              </a:srgbClr>
            </a:outerShdw>
          </a:effectLst>
          <a:extLst>
            <a:ext uri="{C572A759-6A51-4108-AA02-DFA0A04FC94B}">
              <ma14:wrappingTextBoxFlag xmlns:ma14="http://schemas.microsoft.com/office/mac/drawingml/2011/main" val="1"/>
            </a:ext>
          </a:extLst>
        </p:spPr>
        <p:txBody>
          <a:bodyPr lIns="50800" tIns="50800" rIns="50800" bIns="50800" anchor="ctr">
            <a:spAutoFit/>
          </a:bodyPr>
          <a:lstStyle>
            <a:lvl1pPr>
              <a:defRPr b="1">
                <a:solidFill>
                  <a:srgbClr val="000000"/>
                </a:solidFill>
              </a:defRPr>
            </a:lvl1pPr>
          </a:lstStyle>
          <a:p>
            <a:pPr/>
            <a:r>
              <a:t>B.Tech In Computer Science Engineering</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1FDFD"/>
        </a:solidFill>
      </p:bgPr>
    </p:bg>
    <p:spTree>
      <p:nvGrpSpPr>
        <p:cNvPr id="1" name=""/>
        <p:cNvGrpSpPr/>
        <p:nvPr/>
      </p:nvGrpSpPr>
      <p:grpSpPr>
        <a:xfrm>
          <a:off x="0" y="0"/>
          <a:ext cx="0" cy="0"/>
          <a:chOff x="0" y="0"/>
          <a:chExt cx="0" cy="0"/>
        </a:xfrm>
      </p:grpSpPr>
      <p:sp>
        <p:nvSpPr>
          <p:cNvPr id="171" name="What is Stored Program Organization?…"/>
          <p:cNvSpPr txBox="1"/>
          <p:nvPr>
            <p:ph type="title"/>
          </p:nvPr>
        </p:nvSpPr>
        <p:spPr>
          <a:xfrm>
            <a:off x="1200150" y="4662314"/>
            <a:ext cx="21907500" cy="2956385"/>
          </a:xfrm>
          <a:prstGeom prst="rect">
            <a:avLst/>
          </a:prstGeom>
        </p:spPr>
        <p:txBody>
          <a:bodyPr/>
          <a:lstStyle/>
          <a:p>
            <a:pPr marL="256031" indent="-177800" defTabSz="256031">
              <a:lnSpc>
                <a:spcPct val="200000"/>
              </a:lnSpc>
              <a:buSzPct val="90000"/>
              <a:buFont typeface="Times Roman"/>
              <a:buChar char="•"/>
              <a:defRPr b="1" cap="none" spc="0" sz="3920">
                <a:solidFill>
                  <a:srgbClr val="000000"/>
                </a:solidFill>
                <a:latin typeface="Times New Roman"/>
                <a:ea typeface="Times New Roman"/>
                <a:cs typeface="Times New Roman"/>
                <a:sym typeface="Times New Roman"/>
              </a:defRPr>
            </a:pPr>
            <a:r>
              <a:t>What is Stored Program Organization?</a:t>
            </a:r>
          </a:p>
          <a:p>
            <a:pPr lvl="1" marL="512063" indent="-177800" defTabSz="256031">
              <a:lnSpc>
                <a:spcPct val="200000"/>
              </a:lnSpc>
              <a:buSzPct val="90000"/>
              <a:buFont typeface="Times Roman"/>
              <a:defRPr cap="none" spc="0" sz="3920">
                <a:solidFill>
                  <a:srgbClr val="000000"/>
                </a:solidFill>
                <a:latin typeface="Times New Roman"/>
                <a:ea typeface="Times New Roman"/>
                <a:cs typeface="Times New Roman"/>
                <a:sym typeface="Times New Roman"/>
              </a:defRPr>
            </a:pPr>
            <a:r>
              <a:t>Definition: The concept of storing program instructions and data in the same memory.</a:t>
            </a:r>
          </a:p>
          <a:p>
            <a:pPr lvl="1" marL="512063" indent="-177800" defTabSz="256031">
              <a:buSzPct val="90000"/>
              <a:buFont typeface="Times Roman"/>
              <a:defRPr cap="none" spc="0" sz="3920">
                <a:solidFill>
                  <a:srgbClr val="000000"/>
                </a:solidFill>
                <a:latin typeface="Times New Roman"/>
                <a:ea typeface="Times New Roman"/>
                <a:cs typeface="Times New Roman"/>
                <a:sym typeface="Times New Roman"/>
              </a:defRPr>
            </a:pPr>
            <a:r>
              <a:t>Importance: Allows for more flexible and efficient processing of tasks.</a:t>
            </a:r>
          </a:p>
        </p:txBody>
      </p:sp>
      <p:sp>
        <p:nvSpPr>
          <p:cNvPr id="172" name="Introduction"/>
          <p:cNvSpPr txBox="1"/>
          <p:nvPr/>
        </p:nvSpPr>
        <p:spPr>
          <a:xfrm>
            <a:off x="1211750" y="2935251"/>
            <a:ext cx="6193821" cy="101903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6500">
                <a:solidFill>
                  <a:srgbClr val="000000"/>
                </a:solidFill>
              </a:defRPr>
            </a:lvl1pPr>
          </a:lstStyle>
          <a:p>
            <a:pPr/>
            <a:r>
              <a:t>Introduction</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1FDFD"/>
        </a:solidFill>
      </p:bgPr>
    </p:bg>
    <p:spTree>
      <p:nvGrpSpPr>
        <p:cNvPr id="1" name=""/>
        <p:cNvGrpSpPr/>
        <p:nvPr/>
      </p:nvGrpSpPr>
      <p:grpSpPr>
        <a:xfrm>
          <a:off x="0" y="0"/>
          <a:ext cx="0" cy="0"/>
          <a:chOff x="0" y="0"/>
          <a:chExt cx="0" cy="0"/>
        </a:xfrm>
      </p:grpSpPr>
      <p:sp>
        <p:nvSpPr>
          <p:cNvPr id="174" name="Historical Context"/>
          <p:cNvSpPr txBox="1"/>
          <p:nvPr/>
        </p:nvSpPr>
        <p:spPr>
          <a:xfrm>
            <a:off x="1020845" y="2881370"/>
            <a:ext cx="6602215" cy="101903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6500">
                <a:solidFill>
                  <a:srgbClr val="000000"/>
                </a:solidFill>
              </a:defRPr>
            </a:lvl1pPr>
          </a:lstStyle>
          <a:p>
            <a:pPr/>
            <a:r>
              <a:t>Historical Context</a:t>
            </a:r>
          </a:p>
        </p:txBody>
      </p:sp>
      <p:sp>
        <p:nvSpPr>
          <p:cNvPr id="175" name="Early Computers…"/>
          <p:cNvSpPr txBox="1"/>
          <p:nvPr/>
        </p:nvSpPr>
        <p:spPr>
          <a:xfrm>
            <a:off x="1101506" y="3988011"/>
            <a:ext cx="12864010" cy="402516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spcBef>
                <a:spcPts val="1400"/>
              </a:spcBef>
              <a:defRPr b="1" sz="1400">
                <a:solidFill>
                  <a:srgbClr val="000000"/>
                </a:solidFill>
                <a:latin typeface="Times Roman"/>
                <a:ea typeface="Times Roman"/>
                <a:cs typeface="Times Roman"/>
                <a:sym typeface="Times Roman"/>
              </a:defRPr>
            </a:pPr>
          </a:p>
          <a:p>
            <a:pPr marL="457200" indent="-317500" defTabSz="457200">
              <a:lnSpc>
                <a:spcPct val="200000"/>
              </a:lnSpc>
              <a:spcBef>
                <a:spcPts val="0"/>
              </a:spcBef>
              <a:buSzPct val="90000"/>
              <a:buFont typeface="Times Roman"/>
              <a:buChar char="•"/>
              <a:defRPr b="1" sz="4000">
                <a:solidFill>
                  <a:srgbClr val="000000"/>
                </a:solidFill>
              </a:defRPr>
            </a:pPr>
            <a:r>
              <a:t>Early Computers</a:t>
            </a:r>
            <a:endParaRPr b="0"/>
          </a:p>
          <a:p>
            <a:pPr lvl="1" marL="914400" indent="-317500" defTabSz="457200">
              <a:lnSpc>
                <a:spcPct val="150000"/>
              </a:lnSpc>
              <a:spcBef>
                <a:spcPts val="0"/>
              </a:spcBef>
              <a:buSzPct val="90000"/>
              <a:buFont typeface="Times Roman"/>
              <a:buChar char="◦"/>
              <a:defRPr sz="4000">
                <a:solidFill>
                  <a:srgbClr val="000000"/>
                </a:solidFill>
              </a:defRPr>
            </a:pPr>
            <a:r>
              <a:t>Overview of pre-stored program computers (e.g., ENIAC)</a:t>
            </a:r>
          </a:p>
          <a:p>
            <a:pPr lvl="1" marL="914400" indent="-317500" defTabSz="457200">
              <a:lnSpc>
                <a:spcPct val="150000"/>
              </a:lnSpc>
              <a:spcBef>
                <a:spcPts val="0"/>
              </a:spcBef>
              <a:buSzPct val="90000"/>
              <a:buFont typeface="Times Roman"/>
              <a:buChar char="◦"/>
              <a:defRPr sz="4000">
                <a:solidFill>
                  <a:srgbClr val="000000"/>
                </a:solidFill>
              </a:defRPr>
            </a:pPr>
            <a:r>
              <a:t>Limitations and challenges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1FDFD"/>
        </a:solidFill>
      </p:bgPr>
    </p:bg>
    <p:spTree>
      <p:nvGrpSpPr>
        <p:cNvPr id="1" name=""/>
        <p:cNvGrpSpPr/>
        <p:nvPr/>
      </p:nvGrpSpPr>
      <p:grpSpPr>
        <a:xfrm>
          <a:off x="0" y="0"/>
          <a:ext cx="0" cy="0"/>
          <a:chOff x="0" y="0"/>
          <a:chExt cx="0" cy="0"/>
        </a:xfrm>
      </p:grpSpPr>
      <p:sp>
        <p:nvSpPr>
          <p:cNvPr id="177" name="The Stored Program Concept"/>
          <p:cNvSpPr txBox="1"/>
          <p:nvPr/>
        </p:nvSpPr>
        <p:spPr>
          <a:xfrm>
            <a:off x="990392" y="3040733"/>
            <a:ext cx="10941136" cy="101903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6500">
                <a:solidFill>
                  <a:srgbClr val="000000"/>
                </a:solidFill>
              </a:defRPr>
            </a:lvl1pPr>
          </a:lstStyle>
          <a:p>
            <a:pPr/>
            <a:r>
              <a:t>The Stored Program Concept</a:t>
            </a:r>
          </a:p>
        </p:txBody>
      </p:sp>
      <p:sp>
        <p:nvSpPr>
          <p:cNvPr id="178" name="Text"/>
          <p:cNvSpPr txBox="1"/>
          <p:nvPr/>
        </p:nvSpPr>
        <p:spPr>
          <a:xfrm>
            <a:off x="1281474" y="4758819"/>
            <a:ext cx="1233613" cy="811226"/>
          </a:xfrm>
          <a:prstGeom prst="rect">
            <a:avLst/>
          </a:prstGeom>
          <a:ln w="12700">
            <a:miter lim="400000"/>
          </a:ln>
        </p:spPr>
        <p:txBody>
          <a:bodyPr wrap="none" lIns="50800" tIns="50800" rIns="50800" bIns="50800" anchor="ctr">
            <a:spAutoFit/>
          </a:bodyPr>
          <a:lstStyle/>
          <a:p>
            <a:pPr/>
          </a:p>
        </p:txBody>
      </p:sp>
      <p:sp>
        <p:nvSpPr>
          <p:cNvPr id="179" name="Key Idea…"/>
          <p:cNvSpPr txBox="1"/>
          <p:nvPr/>
        </p:nvSpPr>
        <p:spPr>
          <a:xfrm>
            <a:off x="1039622" y="3831610"/>
            <a:ext cx="10842676" cy="5529736"/>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spcBef>
                <a:spcPts val="1400"/>
              </a:spcBef>
              <a:defRPr sz="4000">
                <a:solidFill>
                  <a:srgbClr val="000000"/>
                </a:solidFill>
              </a:defRPr>
            </a:pPr>
          </a:p>
          <a:p>
            <a:pPr marL="457200" indent="-317500" defTabSz="457200">
              <a:lnSpc>
                <a:spcPct val="150000"/>
              </a:lnSpc>
              <a:spcBef>
                <a:spcPts val="0"/>
              </a:spcBef>
              <a:buSzPct val="90000"/>
              <a:buFont typeface="Times Roman"/>
              <a:buChar char="•"/>
              <a:defRPr b="1" sz="4000">
                <a:solidFill>
                  <a:srgbClr val="000000"/>
                </a:solidFill>
              </a:defRPr>
            </a:pPr>
            <a:r>
              <a:t>Key Idea</a:t>
            </a:r>
            <a:endParaRPr b="0"/>
          </a:p>
          <a:p>
            <a:pPr lvl="1" marL="914400" indent="-317500" defTabSz="457200">
              <a:lnSpc>
                <a:spcPct val="150000"/>
              </a:lnSpc>
              <a:spcBef>
                <a:spcPts val="0"/>
              </a:spcBef>
              <a:buSzPct val="90000"/>
              <a:buFont typeface="Times Roman"/>
              <a:buChar char="◦"/>
              <a:defRPr sz="4000">
                <a:solidFill>
                  <a:srgbClr val="000000"/>
                </a:solidFill>
              </a:defRPr>
            </a:pPr>
            <a:r>
              <a:t>Instructions and data are both stored in memory.</a:t>
            </a:r>
          </a:p>
          <a:p>
            <a:pPr marL="457200" indent="-317500" defTabSz="457200">
              <a:lnSpc>
                <a:spcPct val="150000"/>
              </a:lnSpc>
              <a:spcBef>
                <a:spcPts val="0"/>
              </a:spcBef>
              <a:buSzPct val="90000"/>
              <a:buFont typeface="Times Roman"/>
              <a:buChar char="•"/>
              <a:defRPr b="1" sz="4000">
                <a:solidFill>
                  <a:srgbClr val="000000"/>
                </a:solidFill>
              </a:defRPr>
            </a:pPr>
            <a:r>
              <a:t>Advantages</a:t>
            </a:r>
            <a:endParaRPr b="0"/>
          </a:p>
          <a:p>
            <a:pPr lvl="1" marL="914400" indent="-317500" defTabSz="457200">
              <a:lnSpc>
                <a:spcPct val="120000"/>
              </a:lnSpc>
              <a:spcBef>
                <a:spcPts val="0"/>
              </a:spcBef>
              <a:buSzPct val="90000"/>
              <a:buFont typeface="Times Roman"/>
              <a:buChar char="◦"/>
              <a:defRPr sz="4000">
                <a:solidFill>
                  <a:srgbClr val="000000"/>
                </a:solidFill>
              </a:defRPr>
            </a:pPr>
            <a:r>
              <a:t>Simplified design</a:t>
            </a:r>
          </a:p>
          <a:p>
            <a:pPr lvl="1" marL="914400" indent="-317500" defTabSz="457200">
              <a:lnSpc>
                <a:spcPct val="120000"/>
              </a:lnSpc>
              <a:spcBef>
                <a:spcPts val="0"/>
              </a:spcBef>
              <a:buSzPct val="90000"/>
              <a:buFont typeface="Times Roman"/>
              <a:buChar char="◦"/>
              <a:defRPr sz="4000">
                <a:solidFill>
                  <a:srgbClr val="000000"/>
                </a:solidFill>
              </a:defRPr>
            </a:pPr>
            <a:r>
              <a:t>Easier to modify programs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1FDFD"/>
        </a:solidFill>
      </p:bgPr>
    </p:bg>
    <p:spTree>
      <p:nvGrpSpPr>
        <p:cNvPr id="1" name=""/>
        <p:cNvGrpSpPr/>
        <p:nvPr/>
      </p:nvGrpSpPr>
      <p:grpSpPr>
        <a:xfrm>
          <a:off x="0" y="0"/>
          <a:ext cx="0" cy="0"/>
          <a:chOff x="0" y="0"/>
          <a:chExt cx="0" cy="0"/>
        </a:xfrm>
      </p:grpSpPr>
      <p:sp>
        <p:nvSpPr>
          <p:cNvPr id="181" name="Basic Computer Architecture"/>
          <p:cNvSpPr txBox="1"/>
          <p:nvPr/>
        </p:nvSpPr>
        <p:spPr>
          <a:xfrm>
            <a:off x="1096240" y="3146581"/>
            <a:ext cx="10431439" cy="101903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6500">
                <a:solidFill>
                  <a:srgbClr val="000000"/>
                </a:solidFill>
              </a:defRPr>
            </a:lvl1pPr>
          </a:lstStyle>
          <a:p>
            <a:pPr/>
            <a:r>
              <a:t>Basic Computer Architecture</a:t>
            </a:r>
          </a:p>
        </p:txBody>
      </p:sp>
      <p:sp>
        <p:nvSpPr>
          <p:cNvPr id="182" name="Text"/>
          <p:cNvSpPr txBox="1"/>
          <p:nvPr/>
        </p:nvSpPr>
        <p:spPr>
          <a:xfrm>
            <a:off x="1440246" y="4891129"/>
            <a:ext cx="1233613" cy="811226"/>
          </a:xfrm>
          <a:prstGeom prst="rect">
            <a:avLst/>
          </a:prstGeom>
          <a:ln w="12700">
            <a:miter lim="400000"/>
          </a:ln>
        </p:spPr>
        <p:txBody>
          <a:bodyPr wrap="none" lIns="50800" tIns="50800" rIns="50800" bIns="50800" anchor="ctr">
            <a:spAutoFit/>
          </a:bodyPr>
          <a:lstStyle/>
          <a:p>
            <a:pPr/>
          </a:p>
        </p:txBody>
      </p:sp>
      <p:sp>
        <p:nvSpPr>
          <p:cNvPr id="183" name="Components…"/>
          <p:cNvSpPr txBox="1"/>
          <p:nvPr/>
        </p:nvSpPr>
        <p:spPr>
          <a:xfrm>
            <a:off x="1175626" y="3765766"/>
            <a:ext cx="11748791" cy="652936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lnSpc>
                <a:spcPct val="150000"/>
              </a:lnSpc>
              <a:spcBef>
                <a:spcPts val="1400"/>
              </a:spcBef>
              <a:defRPr b="1" sz="4000">
                <a:solidFill>
                  <a:srgbClr val="000000"/>
                </a:solidFill>
              </a:defRPr>
            </a:pPr>
          </a:p>
          <a:p>
            <a:pPr marL="457200" indent="-317500" defTabSz="457200">
              <a:lnSpc>
                <a:spcPct val="150000"/>
              </a:lnSpc>
              <a:spcBef>
                <a:spcPts val="0"/>
              </a:spcBef>
              <a:buClr>
                <a:srgbClr val="646464"/>
              </a:buClr>
              <a:buSzPct val="90000"/>
              <a:buFont typeface="Times Roman"/>
              <a:buChar char="•"/>
              <a:defRPr b="1" sz="4000">
                <a:solidFill>
                  <a:srgbClr val="000000"/>
                </a:solidFill>
              </a:defRPr>
            </a:pPr>
            <a:r>
              <a:t>Components</a:t>
            </a:r>
            <a:endParaRPr b="0"/>
          </a:p>
          <a:p>
            <a:pPr lvl="1" marL="914400" indent="-317500" defTabSz="457200">
              <a:lnSpc>
                <a:spcPct val="120000"/>
              </a:lnSpc>
              <a:spcBef>
                <a:spcPts val="0"/>
              </a:spcBef>
              <a:buClr>
                <a:srgbClr val="646464"/>
              </a:buClr>
              <a:buSzPct val="90000"/>
              <a:buFont typeface="Times Roman"/>
              <a:buChar char="◦"/>
              <a:defRPr sz="4000">
                <a:solidFill>
                  <a:srgbClr val="000000"/>
                </a:solidFill>
              </a:defRPr>
            </a:pPr>
            <a:r>
              <a:t>CPU (Central Processing Unit)</a:t>
            </a:r>
          </a:p>
          <a:p>
            <a:pPr lvl="1" marL="914400" indent="-317500" defTabSz="457200">
              <a:lnSpc>
                <a:spcPct val="120000"/>
              </a:lnSpc>
              <a:spcBef>
                <a:spcPts val="0"/>
              </a:spcBef>
              <a:buClr>
                <a:srgbClr val="646464"/>
              </a:buClr>
              <a:buSzPct val="90000"/>
              <a:buFont typeface="Times Roman"/>
              <a:buChar char="◦"/>
              <a:defRPr sz="4000">
                <a:solidFill>
                  <a:srgbClr val="000000"/>
                </a:solidFill>
              </a:defRPr>
            </a:pPr>
            <a:r>
              <a:t>Memory (RAM)</a:t>
            </a:r>
          </a:p>
          <a:p>
            <a:pPr lvl="1" marL="914400" indent="-317500" defTabSz="457200">
              <a:lnSpc>
                <a:spcPct val="120000"/>
              </a:lnSpc>
              <a:spcBef>
                <a:spcPts val="0"/>
              </a:spcBef>
              <a:buClr>
                <a:srgbClr val="646464"/>
              </a:buClr>
              <a:buSzPct val="90000"/>
              <a:buFont typeface="Times Roman"/>
              <a:buChar char="◦"/>
              <a:defRPr sz="4000">
                <a:solidFill>
                  <a:srgbClr val="000000"/>
                </a:solidFill>
              </a:defRPr>
            </a:pPr>
            <a:r>
              <a:t>Input/Output Devices</a:t>
            </a:r>
          </a:p>
          <a:p>
            <a:pPr marL="457200" indent="-317500" defTabSz="457200">
              <a:lnSpc>
                <a:spcPct val="150000"/>
              </a:lnSpc>
              <a:spcBef>
                <a:spcPts val="0"/>
              </a:spcBef>
              <a:buClr>
                <a:srgbClr val="646464"/>
              </a:buClr>
              <a:buSzPct val="90000"/>
              <a:buFont typeface="Times Roman"/>
              <a:buChar char="•"/>
              <a:defRPr b="1" sz="4000">
                <a:solidFill>
                  <a:srgbClr val="000000"/>
                </a:solidFill>
              </a:defRPr>
            </a:pPr>
            <a:r>
              <a:t>Functionality</a:t>
            </a:r>
            <a:endParaRPr b="0"/>
          </a:p>
          <a:p>
            <a:pPr lvl="1" marL="914400" indent="-317500" defTabSz="457200">
              <a:lnSpc>
                <a:spcPct val="150000"/>
              </a:lnSpc>
              <a:spcBef>
                <a:spcPts val="0"/>
              </a:spcBef>
              <a:buClr>
                <a:srgbClr val="646464"/>
              </a:buClr>
              <a:buSzPct val="90000"/>
              <a:buFont typeface="Times Roman"/>
              <a:buChar char="◦"/>
              <a:defRPr sz="4000">
                <a:solidFill>
                  <a:srgbClr val="000000"/>
                </a:solidFill>
              </a:defRPr>
            </a:pPr>
            <a:r>
              <a:t>How instructions are fetched, decoded, and executed</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1FDFD"/>
        </a:solidFill>
      </p:bgPr>
    </p:bg>
    <p:spTree>
      <p:nvGrpSpPr>
        <p:cNvPr id="1" name=""/>
        <p:cNvGrpSpPr/>
        <p:nvPr/>
      </p:nvGrpSpPr>
      <p:grpSpPr>
        <a:xfrm>
          <a:off x="0" y="0"/>
          <a:ext cx="0" cy="0"/>
          <a:chOff x="0" y="0"/>
          <a:chExt cx="0" cy="0"/>
        </a:xfrm>
      </p:grpSpPr>
      <p:sp>
        <p:nvSpPr>
          <p:cNvPr id="185" name="Memory Organization"/>
          <p:cNvSpPr txBox="1"/>
          <p:nvPr/>
        </p:nvSpPr>
        <p:spPr>
          <a:xfrm>
            <a:off x="1202088" y="3173043"/>
            <a:ext cx="8023462" cy="101903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6500">
                <a:solidFill>
                  <a:srgbClr val="000000"/>
                </a:solidFill>
              </a:defRPr>
            </a:lvl1pPr>
          </a:lstStyle>
          <a:p>
            <a:pPr/>
            <a:r>
              <a:t>Memory Organization</a:t>
            </a:r>
          </a:p>
        </p:txBody>
      </p:sp>
      <p:sp>
        <p:nvSpPr>
          <p:cNvPr id="186" name="Memory Hierarchy…"/>
          <p:cNvSpPr txBox="1"/>
          <p:nvPr/>
        </p:nvSpPr>
        <p:spPr>
          <a:xfrm>
            <a:off x="1351346" y="3994795"/>
            <a:ext cx="13117514" cy="695366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spcBef>
                <a:spcPts val="1400"/>
              </a:spcBef>
              <a:defRPr b="1" sz="4000">
                <a:solidFill>
                  <a:srgbClr val="000000"/>
                </a:solidFill>
              </a:defRPr>
            </a:pPr>
          </a:p>
          <a:p>
            <a:pPr marL="457200" indent="-317500" defTabSz="457200">
              <a:lnSpc>
                <a:spcPct val="150000"/>
              </a:lnSpc>
              <a:spcBef>
                <a:spcPts val="0"/>
              </a:spcBef>
              <a:buClr>
                <a:srgbClr val="646464"/>
              </a:buClr>
              <a:buSzPct val="90000"/>
              <a:buFont typeface="Times Roman"/>
              <a:buChar char="•"/>
              <a:defRPr b="1" sz="4000">
                <a:solidFill>
                  <a:srgbClr val="000000"/>
                </a:solidFill>
              </a:defRPr>
            </a:pPr>
            <a:r>
              <a:t>Memory Hierarchy</a:t>
            </a:r>
            <a:endParaRPr b="0"/>
          </a:p>
          <a:p>
            <a:pPr lvl="1" marL="914400" indent="-317500" defTabSz="457200">
              <a:lnSpc>
                <a:spcPct val="120000"/>
              </a:lnSpc>
              <a:spcBef>
                <a:spcPts val="0"/>
              </a:spcBef>
              <a:buClr>
                <a:srgbClr val="646464"/>
              </a:buClr>
              <a:buSzPct val="90000"/>
              <a:buFont typeface="Times Roman"/>
              <a:buChar char="◦"/>
              <a:defRPr sz="4000">
                <a:solidFill>
                  <a:srgbClr val="000000"/>
                </a:solidFill>
              </a:defRPr>
            </a:pPr>
            <a:r>
              <a:t>Registers</a:t>
            </a:r>
          </a:p>
          <a:p>
            <a:pPr lvl="1" marL="914400" indent="-317500" defTabSz="457200">
              <a:lnSpc>
                <a:spcPct val="120000"/>
              </a:lnSpc>
              <a:spcBef>
                <a:spcPts val="0"/>
              </a:spcBef>
              <a:buClr>
                <a:srgbClr val="646464"/>
              </a:buClr>
              <a:buSzPct val="90000"/>
              <a:buFont typeface="Times Roman"/>
              <a:buChar char="◦"/>
              <a:defRPr sz="4000">
                <a:solidFill>
                  <a:srgbClr val="000000"/>
                </a:solidFill>
              </a:defRPr>
            </a:pPr>
            <a:r>
              <a:t>Cache</a:t>
            </a:r>
          </a:p>
          <a:p>
            <a:pPr lvl="1" marL="914400" indent="-317500" defTabSz="457200">
              <a:lnSpc>
                <a:spcPct val="120000"/>
              </a:lnSpc>
              <a:spcBef>
                <a:spcPts val="0"/>
              </a:spcBef>
              <a:buClr>
                <a:srgbClr val="646464"/>
              </a:buClr>
              <a:buSzPct val="90000"/>
              <a:buFont typeface="Times Roman"/>
              <a:buChar char="◦"/>
              <a:defRPr sz="4000">
                <a:solidFill>
                  <a:srgbClr val="000000"/>
                </a:solidFill>
              </a:defRPr>
            </a:pPr>
            <a:r>
              <a:t>Main Memory (RAM)</a:t>
            </a:r>
          </a:p>
          <a:p>
            <a:pPr lvl="1" marL="914400" indent="-317500" defTabSz="457200">
              <a:lnSpc>
                <a:spcPct val="120000"/>
              </a:lnSpc>
              <a:spcBef>
                <a:spcPts val="0"/>
              </a:spcBef>
              <a:buClr>
                <a:srgbClr val="646464"/>
              </a:buClr>
              <a:buSzPct val="90000"/>
              <a:buFont typeface="Times Roman"/>
              <a:buChar char="◦"/>
              <a:defRPr sz="4000">
                <a:solidFill>
                  <a:srgbClr val="000000"/>
                </a:solidFill>
              </a:defRPr>
            </a:pPr>
            <a:r>
              <a:t>Secondary Storage (HDD/SSD)</a:t>
            </a:r>
          </a:p>
          <a:p>
            <a:pPr marL="457200" indent="-317500" defTabSz="457200">
              <a:lnSpc>
                <a:spcPct val="150000"/>
              </a:lnSpc>
              <a:spcBef>
                <a:spcPts val="0"/>
              </a:spcBef>
              <a:buClr>
                <a:srgbClr val="646464"/>
              </a:buClr>
              <a:buSzPct val="90000"/>
              <a:buFont typeface="Times Roman"/>
              <a:buChar char="•"/>
              <a:defRPr b="1" sz="4000">
                <a:solidFill>
                  <a:srgbClr val="000000"/>
                </a:solidFill>
              </a:defRPr>
            </a:pPr>
            <a:r>
              <a:t>Program and Data Storage</a:t>
            </a:r>
            <a:endParaRPr b="0"/>
          </a:p>
          <a:p>
            <a:pPr lvl="1" marL="914400" indent="-317500" defTabSz="457200">
              <a:lnSpc>
                <a:spcPct val="150000"/>
              </a:lnSpc>
              <a:spcBef>
                <a:spcPts val="0"/>
              </a:spcBef>
              <a:buClr>
                <a:srgbClr val="646464"/>
              </a:buClr>
              <a:buSzPct val="90000"/>
              <a:buFont typeface="Times Roman"/>
              <a:buChar char="◦"/>
              <a:defRPr sz="4000">
                <a:solidFill>
                  <a:srgbClr val="000000"/>
                </a:solidFill>
              </a:defRPr>
            </a:pPr>
            <a:r>
              <a:t>How programs and data are stored and accessed in memory</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1FDFD"/>
        </a:solidFill>
      </p:bgPr>
    </p:bg>
    <p:spTree>
      <p:nvGrpSpPr>
        <p:cNvPr id="1" name=""/>
        <p:cNvGrpSpPr/>
        <p:nvPr/>
      </p:nvGrpSpPr>
      <p:grpSpPr>
        <a:xfrm>
          <a:off x="0" y="0"/>
          <a:ext cx="0" cy="0"/>
          <a:chOff x="0" y="0"/>
          <a:chExt cx="0" cy="0"/>
        </a:xfrm>
      </p:grpSpPr>
      <p:sp>
        <p:nvSpPr>
          <p:cNvPr id="188" name="Instruction Cycle"/>
          <p:cNvSpPr txBox="1"/>
          <p:nvPr/>
        </p:nvSpPr>
        <p:spPr>
          <a:xfrm>
            <a:off x="1337584" y="3142333"/>
            <a:ext cx="6236222" cy="101903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6500">
                <a:solidFill>
                  <a:srgbClr val="000000"/>
                </a:solidFill>
              </a:defRPr>
            </a:lvl1pPr>
          </a:lstStyle>
          <a:p>
            <a:pPr/>
            <a:r>
              <a:t>Instruction Cycle</a:t>
            </a:r>
          </a:p>
        </p:txBody>
      </p:sp>
      <p:sp>
        <p:nvSpPr>
          <p:cNvPr id="189" name="Fetch-Decode-Execute Cycle…"/>
          <p:cNvSpPr txBox="1"/>
          <p:nvPr/>
        </p:nvSpPr>
        <p:spPr>
          <a:xfrm>
            <a:off x="1401084" y="4301887"/>
            <a:ext cx="10551717" cy="410428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spcBef>
                <a:spcPts val="1400"/>
              </a:spcBef>
              <a:defRPr b="1" sz="1400">
                <a:solidFill>
                  <a:srgbClr val="000000"/>
                </a:solidFill>
                <a:latin typeface="Times Roman"/>
                <a:ea typeface="Times Roman"/>
                <a:cs typeface="Times Roman"/>
                <a:sym typeface="Times Roman"/>
              </a:defRPr>
            </a:pPr>
          </a:p>
          <a:p>
            <a:pPr marL="457200" indent="-317500" defTabSz="457200">
              <a:lnSpc>
                <a:spcPct val="150000"/>
              </a:lnSpc>
              <a:spcBef>
                <a:spcPts val="0"/>
              </a:spcBef>
              <a:buClr>
                <a:srgbClr val="646464"/>
              </a:buClr>
              <a:buSzPct val="90000"/>
              <a:buFont typeface="Times Roman"/>
              <a:buChar char="•"/>
              <a:defRPr b="1" sz="4000">
                <a:solidFill>
                  <a:srgbClr val="000000"/>
                </a:solidFill>
              </a:defRPr>
            </a:pPr>
            <a:r>
              <a:t>Fetch-Decode-Execute Cycle</a:t>
            </a:r>
            <a:endParaRPr b="0"/>
          </a:p>
          <a:p>
            <a:pPr lvl="1" marL="914400" indent="-317500" defTabSz="457200">
              <a:lnSpc>
                <a:spcPct val="120000"/>
              </a:lnSpc>
              <a:spcBef>
                <a:spcPts val="0"/>
              </a:spcBef>
              <a:buClr>
                <a:srgbClr val="646464"/>
              </a:buClr>
              <a:buSzPct val="90000"/>
              <a:buFont typeface="Times Roman"/>
              <a:buChar char="◦"/>
              <a:defRPr sz="4000">
                <a:solidFill>
                  <a:srgbClr val="000000"/>
                </a:solidFill>
              </a:defRPr>
            </a:pPr>
            <a:r>
              <a:t>Fetch: Retrieving the instruction from memory</a:t>
            </a:r>
          </a:p>
          <a:p>
            <a:pPr lvl="1" marL="914400" indent="-317500" defTabSz="457200">
              <a:lnSpc>
                <a:spcPct val="120000"/>
              </a:lnSpc>
              <a:spcBef>
                <a:spcPts val="0"/>
              </a:spcBef>
              <a:buClr>
                <a:srgbClr val="646464"/>
              </a:buClr>
              <a:buSzPct val="90000"/>
              <a:buFont typeface="Times Roman"/>
              <a:buChar char="◦"/>
              <a:defRPr sz="4000">
                <a:solidFill>
                  <a:srgbClr val="000000"/>
                </a:solidFill>
              </a:defRPr>
            </a:pPr>
            <a:r>
              <a:t>Decode: Interpreting the instruction</a:t>
            </a:r>
          </a:p>
          <a:p>
            <a:pPr lvl="1" marL="914400" indent="-317500" defTabSz="457200">
              <a:lnSpc>
                <a:spcPct val="120000"/>
              </a:lnSpc>
              <a:spcBef>
                <a:spcPts val="0"/>
              </a:spcBef>
              <a:buClr>
                <a:srgbClr val="646464"/>
              </a:buClr>
              <a:buSzPct val="90000"/>
              <a:buFont typeface="Times Roman"/>
              <a:buChar char="◦"/>
              <a:defRPr sz="4000">
                <a:solidFill>
                  <a:srgbClr val="000000"/>
                </a:solidFill>
              </a:defRPr>
            </a:pPr>
            <a:r>
              <a:t>Execute: Performing the operation</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1FDFD"/>
        </a:solidFill>
      </p:bgPr>
    </p:bg>
    <p:spTree>
      <p:nvGrpSpPr>
        <p:cNvPr id="1" name=""/>
        <p:cNvGrpSpPr/>
        <p:nvPr/>
      </p:nvGrpSpPr>
      <p:grpSpPr>
        <a:xfrm>
          <a:off x="0" y="0"/>
          <a:ext cx="0" cy="0"/>
          <a:chOff x="0" y="0"/>
          <a:chExt cx="0" cy="0"/>
        </a:xfrm>
      </p:grpSpPr>
      <p:sp>
        <p:nvSpPr>
          <p:cNvPr id="191" name="Simple Computer Execution"/>
          <p:cNvSpPr txBox="1"/>
          <p:nvPr/>
        </p:nvSpPr>
        <p:spPr>
          <a:xfrm>
            <a:off x="1413784" y="2987809"/>
            <a:ext cx="10096886" cy="101903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6500">
                <a:solidFill>
                  <a:srgbClr val="000000"/>
                </a:solidFill>
              </a:defRPr>
            </a:lvl1pPr>
          </a:lstStyle>
          <a:p>
            <a:pPr/>
            <a:r>
              <a:t>Simple Computer Execution</a:t>
            </a:r>
          </a:p>
        </p:txBody>
      </p:sp>
      <p:sp>
        <p:nvSpPr>
          <p:cNvPr id="192" name="Diagram of Instruction Execution…"/>
          <p:cNvSpPr txBox="1"/>
          <p:nvPr/>
        </p:nvSpPr>
        <p:spPr>
          <a:xfrm>
            <a:off x="1531314" y="3631187"/>
            <a:ext cx="10269191" cy="350890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lnSpc>
                <a:spcPct val="150000"/>
              </a:lnSpc>
              <a:spcBef>
                <a:spcPts val="1400"/>
              </a:spcBef>
              <a:defRPr b="1" sz="4000">
                <a:solidFill>
                  <a:srgbClr val="000000"/>
                </a:solidFill>
              </a:defRPr>
            </a:pPr>
          </a:p>
          <a:p>
            <a:pPr marL="457200" indent="-317500" defTabSz="457200">
              <a:lnSpc>
                <a:spcPct val="150000"/>
              </a:lnSpc>
              <a:spcBef>
                <a:spcPts val="0"/>
              </a:spcBef>
              <a:buSzPct val="90000"/>
              <a:buFont typeface="Times Roman"/>
              <a:buChar char="•"/>
              <a:defRPr b="1" sz="4000">
                <a:solidFill>
                  <a:srgbClr val="000000"/>
                </a:solidFill>
              </a:defRPr>
            </a:pPr>
            <a:r>
              <a:t>Diagram of Instruction Execution</a:t>
            </a:r>
            <a:endParaRPr b="0"/>
          </a:p>
          <a:p>
            <a:pPr lvl="1" marL="914400" indent="-317500" defTabSz="457200">
              <a:lnSpc>
                <a:spcPct val="150000"/>
              </a:lnSpc>
              <a:spcBef>
                <a:spcPts val="0"/>
              </a:spcBef>
              <a:buSzPct val="90000"/>
              <a:buFont typeface="Times Roman"/>
              <a:buChar char="◦"/>
              <a:defRPr sz="4000">
                <a:solidFill>
                  <a:srgbClr val="000000"/>
                </a:solidFill>
              </a:defRPr>
            </a:pPr>
            <a:r>
              <a:t>Show a basic example with a simple program</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1FDFD"/>
        </a:solidFill>
      </p:bgPr>
    </p:bg>
    <p:spTree>
      <p:nvGrpSpPr>
        <p:cNvPr id="1" name=""/>
        <p:cNvGrpSpPr/>
        <p:nvPr/>
      </p:nvGrpSpPr>
      <p:grpSpPr>
        <a:xfrm>
          <a:off x="0" y="0"/>
          <a:ext cx="0" cy="0"/>
          <a:chOff x="0" y="0"/>
          <a:chExt cx="0" cy="0"/>
        </a:xfrm>
      </p:grpSpPr>
      <p:sp>
        <p:nvSpPr>
          <p:cNvPr id="194" name="Modern Enhancements"/>
          <p:cNvSpPr txBox="1"/>
          <p:nvPr/>
        </p:nvSpPr>
        <p:spPr>
          <a:xfrm>
            <a:off x="1413784" y="3040733"/>
            <a:ext cx="8346326" cy="101903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6500">
                <a:solidFill>
                  <a:srgbClr val="000000"/>
                </a:solidFill>
              </a:defRPr>
            </a:lvl1pPr>
          </a:lstStyle>
          <a:p>
            <a:pPr/>
            <a:r>
              <a:t>Modern Enhancements</a:t>
            </a:r>
          </a:p>
        </p:txBody>
      </p:sp>
      <p:sp>
        <p:nvSpPr>
          <p:cNvPr id="195" name="Evolution of Stored Program Concepts…"/>
          <p:cNvSpPr txBox="1"/>
          <p:nvPr/>
        </p:nvSpPr>
        <p:spPr>
          <a:xfrm>
            <a:off x="1576804" y="3861613"/>
            <a:ext cx="8990956" cy="447258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spcBef>
                <a:spcPts val="1400"/>
              </a:spcBef>
              <a:defRPr b="1" sz="4000">
                <a:solidFill>
                  <a:srgbClr val="000000"/>
                </a:solidFill>
              </a:defRPr>
            </a:pPr>
          </a:p>
          <a:p>
            <a:pPr marL="457200" indent="-317500" defTabSz="457200">
              <a:lnSpc>
                <a:spcPct val="150000"/>
              </a:lnSpc>
              <a:spcBef>
                <a:spcPts val="0"/>
              </a:spcBef>
              <a:buClr>
                <a:srgbClr val="646464"/>
              </a:buClr>
              <a:buSzPct val="90000"/>
              <a:buFont typeface="Times Roman"/>
              <a:buChar char="•"/>
              <a:defRPr b="1" sz="4000">
                <a:solidFill>
                  <a:srgbClr val="000000"/>
                </a:solidFill>
              </a:defRPr>
            </a:pPr>
            <a:r>
              <a:t>Evolution of Stored Program Concepts</a:t>
            </a:r>
            <a:endParaRPr b="0"/>
          </a:p>
          <a:p>
            <a:pPr lvl="1" marL="914400" indent="-317500" defTabSz="457200">
              <a:lnSpc>
                <a:spcPct val="120000"/>
              </a:lnSpc>
              <a:spcBef>
                <a:spcPts val="0"/>
              </a:spcBef>
              <a:buClr>
                <a:srgbClr val="646464"/>
              </a:buClr>
              <a:buSzPct val="90000"/>
              <a:buFont typeface="Times Roman"/>
              <a:buChar char="◦"/>
              <a:defRPr sz="4000">
                <a:solidFill>
                  <a:srgbClr val="000000"/>
                </a:solidFill>
              </a:defRPr>
            </a:pPr>
            <a:r>
              <a:t>Multi-core processors</a:t>
            </a:r>
          </a:p>
          <a:p>
            <a:pPr lvl="1" marL="914400" indent="-317500" defTabSz="457200">
              <a:lnSpc>
                <a:spcPct val="120000"/>
              </a:lnSpc>
              <a:spcBef>
                <a:spcPts val="0"/>
              </a:spcBef>
              <a:buClr>
                <a:srgbClr val="646464"/>
              </a:buClr>
              <a:buSzPct val="90000"/>
              <a:buFont typeface="Times Roman"/>
              <a:buChar char="◦"/>
              <a:defRPr sz="4000">
                <a:solidFill>
                  <a:srgbClr val="000000"/>
                </a:solidFill>
              </a:defRPr>
            </a:pPr>
            <a:r>
              <a:t>Virtual Memory</a:t>
            </a:r>
          </a:p>
          <a:p>
            <a:pPr lvl="1" marL="914400" indent="-317500" defTabSz="457200">
              <a:lnSpc>
                <a:spcPct val="120000"/>
              </a:lnSpc>
              <a:spcBef>
                <a:spcPts val="0"/>
              </a:spcBef>
              <a:buClr>
                <a:srgbClr val="646464"/>
              </a:buClr>
              <a:buSzPct val="90000"/>
              <a:buFont typeface="Times Roman"/>
              <a:buChar char="◦"/>
              <a:defRPr sz="4000">
                <a:solidFill>
                  <a:srgbClr val="000000"/>
                </a:solidFill>
              </a:defRPr>
            </a:pPr>
            <a:r>
              <a:t>Caching mechanisms</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1FDFD"/>
        </a:solidFill>
      </p:bgPr>
    </p:bg>
    <p:spTree>
      <p:nvGrpSpPr>
        <p:cNvPr id="1" name=""/>
        <p:cNvGrpSpPr/>
        <p:nvPr/>
      </p:nvGrpSpPr>
      <p:grpSpPr>
        <a:xfrm>
          <a:off x="0" y="0"/>
          <a:ext cx="0" cy="0"/>
          <a:chOff x="0" y="0"/>
          <a:chExt cx="0" cy="0"/>
        </a:xfrm>
      </p:grpSpPr>
      <p:sp>
        <p:nvSpPr>
          <p:cNvPr id="197" name="Comparison with Other Architectures"/>
          <p:cNvSpPr txBox="1"/>
          <p:nvPr/>
        </p:nvSpPr>
        <p:spPr>
          <a:xfrm>
            <a:off x="1440246" y="3146581"/>
            <a:ext cx="13481919" cy="101903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6500">
                <a:solidFill>
                  <a:srgbClr val="000000"/>
                </a:solidFill>
              </a:defRPr>
            </a:lvl1pPr>
          </a:lstStyle>
          <a:p>
            <a:pPr/>
            <a:r>
              <a:t>Comparison with Other Architectures</a:t>
            </a:r>
          </a:p>
        </p:txBody>
      </p:sp>
      <p:sp>
        <p:nvSpPr>
          <p:cNvPr id="198" name="Von Neumann vs. Harvard Architecture…"/>
          <p:cNvSpPr txBox="1"/>
          <p:nvPr/>
        </p:nvSpPr>
        <p:spPr>
          <a:xfrm>
            <a:off x="1691148" y="3745733"/>
            <a:ext cx="12489211" cy="404827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lnSpc>
                <a:spcPct val="150000"/>
              </a:lnSpc>
              <a:spcBef>
                <a:spcPts val="1400"/>
              </a:spcBef>
              <a:defRPr b="1" sz="4000">
                <a:solidFill>
                  <a:srgbClr val="000000"/>
                </a:solidFill>
              </a:defRPr>
            </a:pPr>
          </a:p>
          <a:p>
            <a:pPr marL="457200" indent="-317500" defTabSz="457200">
              <a:lnSpc>
                <a:spcPct val="150000"/>
              </a:lnSpc>
              <a:spcBef>
                <a:spcPts val="0"/>
              </a:spcBef>
              <a:buSzPct val="90000"/>
              <a:buFont typeface="Times Roman"/>
              <a:buChar char="•"/>
              <a:defRPr b="1" sz="4000">
                <a:solidFill>
                  <a:srgbClr val="000000"/>
                </a:solidFill>
              </a:defRPr>
            </a:pPr>
            <a:r>
              <a:t>Von Neumann vs. Harvard Architecture</a:t>
            </a:r>
            <a:endParaRPr b="0"/>
          </a:p>
          <a:p>
            <a:pPr lvl="1" marL="914400" indent="-317500" defTabSz="457200">
              <a:lnSpc>
                <a:spcPct val="120000"/>
              </a:lnSpc>
              <a:spcBef>
                <a:spcPts val="0"/>
              </a:spcBef>
              <a:buSzPct val="90000"/>
              <a:buFont typeface="Times Roman"/>
              <a:buChar char="◦"/>
              <a:defRPr sz="4000">
                <a:solidFill>
                  <a:srgbClr val="000000"/>
                </a:solidFill>
              </a:defRPr>
            </a:pPr>
            <a:r>
              <a:t>Von Neumann: Shared memory for instructions and data</a:t>
            </a:r>
          </a:p>
          <a:p>
            <a:pPr lvl="1" marL="914400" indent="-317500" defTabSz="457200">
              <a:lnSpc>
                <a:spcPct val="120000"/>
              </a:lnSpc>
              <a:spcBef>
                <a:spcPts val="0"/>
              </a:spcBef>
              <a:buSzPct val="90000"/>
              <a:buFont typeface="Times Roman"/>
              <a:buChar char="◦"/>
              <a:defRPr sz="4000">
                <a:solidFill>
                  <a:srgbClr val="000000"/>
                </a:solidFill>
              </a:defRPr>
            </a:pPr>
            <a:r>
              <a:t>Harvard: Separate memory for instructions and data</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1FDFD"/>
        </a:solidFill>
      </p:bgPr>
    </p:bg>
    <p:spTree>
      <p:nvGrpSpPr>
        <p:cNvPr id="1" name=""/>
        <p:cNvGrpSpPr/>
        <p:nvPr/>
      </p:nvGrpSpPr>
      <p:grpSpPr>
        <a:xfrm>
          <a:off x="0" y="0"/>
          <a:ext cx="0" cy="0"/>
          <a:chOff x="0" y="0"/>
          <a:chExt cx="0" cy="0"/>
        </a:xfrm>
      </p:grpSpPr>
      <p:sp>
        <p:nvSpPr>
          <p:cNvPr id="200" name="Practical Applications"/>
          <p:cNvSpPr txBox="1"/>
          <p:nvPr/>
        </p:nvSpPr>
        <p:spPr>
          <a:xfrm>
            <a:off x="1546094" y="3146581"/>
            <a:ext cx="7887222" cy="101903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6500">
                <a:solidFill>
                  <a:srgbClr val="000000"/>
                </a:solidFill>
              </a:defRPr>
            </a:lvl1pPr>
          </a:lstStyle>
          <a:p>
            <a:pPr/>
            <a:r>
              <a:t>Practical Applications</a:t>
            </a:r>
          </a:p>
        </p:txBody>
      </p:sp>
      <p:sp>
        <p:nvSpPr>
          <p:cNvPr id="201" name="Real-World Examples…"/>
          <p:cNvSpPr txBox="1"/>
          <p:nvPr/>
        </p:nvSpPr>
        <p:spPr>
          <a:xfrm>
            <a:off x="1721814" y="3670551"/>
            <a:ext cx="13575408" cy="404827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lnSpc>
                <a:spcPct val="150000"/>
              </a:lnSpc>
              <a:spcBef>
                <a:spcPts val="1400"/>
              </a:spcBef>
              <a:defRPr b="1" sz="4000">
                <a:solidFill>
                  <a:srgbClr val="000000"/>
                </a:solidFill>
              </a:defRPr>
            </a:pPr>
          </a:p>
          <a:p>
            <a:pPr marL="457200" indent="-317500" defTabSz="457200">
              <a:lnSpc>
                <a:spcPct val="150000"/>
              </a:lnSpc>
              <a:spcBef>
                <a:spcPts val="0"/>
              </a:spcBef>
              <a:buSzPct val="90000"/>
              <a:buFont typeface="Times Roman"/>
              <a:buChar char="•"/>
              <a:defRPr b="1" sz="4000">
                <a:solidFill>
                  <a:srgbClr val="000000"/>
                </a:solidFill>
              </a:defRPr>
            </a:pPr>
            <a:r>
              <a:t>Real-World Examples</a:t>
            </a:r>
            <a:endParaRPr b="0"/>
          </a:p>
          <a:p>
            <a:pPr lvl="1" marL="914400" indent="-317500" defTabSz="457200">
              <a:lnSpc>
                <a:spcPct val="120000"/>
              </a:lnSpc>
              <a:spcBef>
                <a:spcPts val="0"/>
              </a:spcBef>
              <a:buSzPct val="90000"/>
              <a:buFont typeface="Times Roman"/>
              <a:buChar char="◦"/>
              <a:defRPr sz="4000">
                <a:solidFill>
                  <a:srgbClr val="000000"/>
                </a:solidFill>
              </a:defRPr>
            </a:pPr>
            <a:r>
              <a:t>How stored program organization impacts modern computing</a:t>
            </a:r>
          </a:p>
          <a:p>
            <a:pPr lvl="1" marL="914400" indent="-317500" defTabSz="457200">
              <a:lnSpc>
                <a:spcPct val="120000"/>
              </a:lnSpc>
              <a:spcBef>
                <a:spcPts val="0"/>
              </a:spcBef>
              <a:buSzPct val="90000"/>
              <a:buFont typeface="Times Roman"/>
              <a:buChar char="◦"/>
              <a:defRPr sz="4000">
                <a:solidFill>
                  <a:srgbClr val="000000"/>
                </a:solidFill>
              </a:defRPr>
            </a:pPr>
            <a:r>
              <a:t>Examples of devices and systems using this architecture</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1FDFD"/>
        </a:solidFill>
      </p:bgPr>
    </p:bg>
    <p:spTree>
      <p:nvGrpSpPr>
        <p:cNvPr id="1" name=""/>
        <p:cNvGrpSpPr/>
        <p:nvPr/>
      </p:nvGrpSpPr>
      <p:grpSpPr>
        <a:xfrm>
          <a:off x="0" y="0"/>
          <a:ext cx="0" cy="0"/>
          <a:chOff x="0" y="0"/>
          <a:chExt cx="0" cy="0"/>
        </a:xfrm>
      </p:grpSpPr>
      <p:sp>
        <p:nvSpPr>
          <p:cNvPr id="203" name="Challenges and Future Trends"/>
          <p:cNvSpPr txBox="1"/>
          <p:nvPr/>
        </p:nvSpPr>
        <p:spPr>
          <a:xfrm>
            <a:off x="1599018" y="3173043"/>
            <a:ext cx="10763977" cy="101903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6500">
                <a:solidFill>
                  <a:srgbClr val="000000"/>
                </a:solidFill>
              </a:defRPr>
            </a:lvl1pPr>
          </a:lstStyle>
          <a:p>
            <a:pPr/>
            <a:r>
              <a:t>Challenges and Future Trends</a:t>
            </a:r>
          </a:p>
        </p:txBody>
      </p:sp>
      <p:sp>
        <p:nvSpPr>
          <p:cNvPr id="204" name="Challenges…"/>
          <p:cNvSpPr txBox="1"/>
          <p:nvPr/>
        </p:nvSpPr>
        <p:spPr>
          <a:xfrm>
            <a:off x="1837176" y="3897479"/>
            <a:ext cx="7757965" cy="606910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spcBef>
                <a:spcPts val="1400"/>
              </a:spcBef>
              <a:defRPr b="1" sz="4000">
                <a:solidFill>
                  <a:srgbClr val="000000"/>
                </a:solidFill>
              </a:defRPr>
            </a:pPr>
          </a:p>
          <a:p>
            <a:pPr marL="457200" indent="-317500" defTabSz="457200">
              <a:lnSpc>
                <a:spcPct val="150000"/>
              </a:lnSpc>
              <a:spcBef>
                <a:spcPts val="0"/>
              </a:spcBef>
              <a:buSzPct val="90000"/>
              <a:buFont typeface="Times Roman"/>
              <a:buChar char="•"/>
              <a:defRPr b="1" sz="4000">
                <a:solidFill>
                  <a:srgbClr val="000000"/>
                </a:solidFill>
              </a:defRPr>
            </a:pPr>
            <a:r>
              <a:t>Challenges</a:t>
            </a:r>
            <a:endParaRPr b="0"/>
          </a:p>
          <a:p>
            <a:pPr lvl="1" marL="914400" indent="-317500" defTabSz="457200">
              <a:lnSpc>
                <a:spcPct val="120000"/>
              </a:lnSpc>
              <a:spcBef>
                <a:spcPts val="0"/>
              </a:spcBef>
              <a:buSzPct val="90000"/>
              <a:buFont typeface="Times Roman"/>
              <a:buChar char="◦"/>
              <a:defRPr sz="4000">
                <a:solidFill>
                  <a:srgbClr val="000000"/>
                </a:solidFill>
              </a:defRPr>
            </a:pPr>
            <a:r>
              <a:t>Memory bottlenecks</a:t>
            </a:r>
          </a:p>
          <a:p>
            <a:pPr lvl="1" marL="914400" indent="-317500" defTabSz="457200">
              <a:lnSpc>
                <a:spcPct val="120000"/>
              </a:lnSpc>
              <a:spcBef>
                <a:spcPts val="0"/>
              </a:spcBef>
              <a:buSzPct val="90000"/>
              <a:buFont typeface="Times Roman"/>
              <a:buChar char="◦"/>
              <a:defRPr sz="4000">
                <a:solidFill>
                  <a:srgbClr val="000000"/>
                </a:solidFill>
              </a:defRPr>
            </a:pPr>
            <a:r>
              <a:t>Security concerns</a:t>
            </a:r>
          </a:p>
          <a:p>
            <a:pPr marL="457200" indent="-317500" defTabSz="457200">
              <a:lnSpc>
                <a:spcPct val="150000"/>
              </a:lnSpc>
              <a:spcBef>
                <a:spcPts val="0"/>
              </a:spcBef>
              <a:buSzPct val="90000"/>
              <a:buFont typeface="Times Roman"/>
              <a:buChar char="•"/>
              <a:defRPr b="1" sz="4000">
                <a:solidFill>
                  <a:srgbClr val="000000"/>
                </a:solidFill>
              </a:defRPr>
            </a:pPr>
            <a:r>
              <a:t>Future Directions</a:t>
            </a:r>
            <a:endParaRPr b="0"/>
          </a:p>
          <a:p>
            <a:pPr lvl="1" marL="914400" indent="-317500" defTabSz="457200">
              <a:lnSpc>
                <a:spcPct val="120000"/>
              </a:lnSpc>
              <a:spcBef>
                <a:spcPts val="0"/>
              </a:spcBef>
              <a:buSzPct val="90000"/>
              <a:buFont typeface="Times Roman"/>
              <a:buChar char="◦"/>
              <a:defRPr sz="4000">
                <a:solidFill>
                  <a:srgbClr val="000000"/>
                </a:solidFill>
              </a:defRPr>
            </a:pPr>
            <a:r>
              <a:t>Advances in memory technology</a:t>
            </a:r>
          </a:p>
          <a:p>
            <a:pPr lvl="1" marL="914400" indent="-317500" defTabSz="457200">
              <a:lnSpc>
                <a:spcPct val="120000"/>
              </a:lnSpc>
              <a:spcBef>
                <a:spcPts val="0"/>
              </a:spcBef>
              <a:buSzPct val="90000"/>
              <a:buFont typeface="Times Roman"/>
              <a:buChar char="◦"/>
              <a:defRPr sz="4000">
                <a:solidFill>
                  <a:srgbClr val="000000"/>
                </a:solidFill>
              </a:defRPr>
            </a:pPr>
            <a:r>
              <a:t>Emerging computing paradigms</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1FDFD"/>
        </a:solidFill>
      </p:bgPr>
    </p:bg>
    <p:spTree>
      <p:nvGrpSpPr>
        <p:cNvPr id="1" name=""/>
        <p:cNvGrpSpPr/>
        <p:nvPr/>
      </p:nvGrpSpPr>
      <p:grpSpPr>
        <a:xfrm>
          <a:off x="0" y="0"/>
          <a:ext cx="0" cy="0"/>
          <a:chOff x="0" y="0"/>
          <a:chExt cx="0" cy="0"/>
        </a:xfrm>
      </p:grpSpPr>
      <p:sp>
        <p:nvSpPr>
          <p:cNvPr id="206" name="Summary"/>
          <p:cNvSpPr txBox="1"/>
          <p:nvPr/>
        </p:nvSpPr>
        <p:spPr>
          <a:xfrm>
            <a:off x="1784252" y="3199505"/>
            <a:ext cx="3599701" cy="101903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6500">
                <a:solidFill>
                  <a:srgbClr val="000000"/>
                </a:solidFill>
              </a:defRPr>
            </a:lvl1pPr>
          </a:lstStyle>
          <a:p>
            <a:pPr/>
            <a:r>
              <a:t>Summary</a:t>
            </a:r>
          </a:p>
        </p:txBody>
      </p:sp>
      <p:sp>
        <p:nvSpPr>
          <p:cNvPr id="207" name="Recap of Key Points…"/>
          <p:cNvSpPr txBox="1"/>
          <p:nvPr/>
        </p:nvSpPr>
        <p:spPr>
          <a:xfrm>
            <a:off x="1944086" y="3708239"/>
            <a:ext cx="9765160" cy="447258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spcBef>
                <a:spcPts val="1400"/>
              </a:spcBef>
              <a:defRPr b="1" sz="4000">
                <a:solidFill>
                  <a:srgbClr val="000000"/>
                </a:solidFill>
              </a:defRPr>
            </a:pPr>
          </a:p>
          <a:p>
            <a:pPr marL="457200" indent="-317500" defTabSz="457200">
              <a:lnSpc>
                <a:spcPct val="150000"/>
              </a:lnSpc>
              <a:spcBef>
                <a:spcPts val="0"/>
              </a:spcBef>
              <a:buClr>
                <a:srgbClr val="646464"/>
              </a:buClr>
              <a:buSzPct val="90000"/>
              <a:buFont typeface="Times Roman"/>
              <a:buChar char="•"/>
              <a:defRPr b="1" sz="4000">
                <a:solidFill>
                  <a:srgbClr val="000000"/>
                </a:solidFill>
              </a:defRPr>
            </a:pPr>
            <a:r>
              <a:t>Recap of Key Points</a:t>
            </a:r>
            <a:endParaRPr b="0"/>
          </a:p>
          <a:p>
            <a:pPr lvl="1" marL="914400" indent="-317500" defTabSz="457200">
              <a:lnSpc>
                <a:spcPct val="120000"/>
              </a:lnSpc>
              <a:spcBef>
                <a:spcPts val="0"/>
              </a:spcBef>
              <a:buClr>
                <a:srgbClr val="646464"/>
              </a:buClr>
              <a:buSzPct val="90000"/>
              <a:buFont typeface="Times Roman"/>
              <a:buChar char="◦"/>
              <a:defRPr sz="4000">
                <a:solidFill>
                  <a:srgbClr val="000000"/>
                </a:solidFill>
              </a:defRPr>
            </a:pPr>
            <a:r>
              <a:t>Importance of stored program organization</a:t>
            </a:r>
          </a:p>
          <a:p>
            <a:pPr lvl="1" marL="914400" indent="-317500" defTabSz="457200">
              <a:lnSpc>
                <a:spcPct val="120000"/>
              </a:lnSpc>
              <a:spcBef>
                <a:spcPts val="0"/>
              </a:spcBef>
              <a:buClr>
                <a:srgbClr val="646464"/>
              </a:buClr>
              <a:buSzPct val="90000"/>
              <a:buFont typeface="Times Roman"/>
              <a:buChar char="◦"/>
              <a:defRPr sz="4000">
                <a:solidFill>
                  <a:srgbClr val="000000"/>
                </a:solidFill>
              </a:defRPr>
            </a:pPr>
            <a:r>
              <a:t>Key components and processes</a:t>
            </a:r>
          </a:p>
          <a:p>
            <a:pPr lvl="1" marL="914400" indent="-317500" defTabSz="457200">
              <a:lnSpc>
                <a:spcPct val="120000"/>
              </a:lnSpc>
              <a:spcBef>
                <a:spcPts val="0"/>
              </a:spcBef>
              <a:buClr>
                <a:srgbClr val="646464"/>
              </a:buClr>
              <a:buSzPct val="90000"/>
              <a:buFont typeface="Times Roman"/>
              <a:buChar char="◦"/>
              <a:defRPr sz="4000">
                <a:solidFill>
                  <a:srgbClr val="000000"/>
                </a:solidFill>
              </a:defRPr>
            </a:pPr>
            <a:r>
              <a:t>Future trends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1FDFD"/>
        </a:solidFill>
      </p:bgPr>
    </p:bg>
    <p:spTree>
      <p:nvGrpSpPr>
        <p:cNvPr id="1" name=""/>
        <p:cNvGrpSpPr/>
        <p:nvPr/>
      </p:nvGrpSpPr>
      <p:grpSpPr>
        <a:xfrm>
          <a:off x="0" y="0"/>
          <a:ext cx="0" cy="0"/>
          <a:chOff x="0" y="0"/>
          <a:chExt cx="0" cy="0"/>
        </a:xfrm>
      </p:grpSpPr>
      <p:sp>
        <p:nvSpPr>
          <p:cNvPr id="209" name="Conclusion"/>
          <p:cNvSpPr txBox="1"/>
          <p:nvPr/>
        </p:nvSpPr>
        <p:spPr>
          <a:xfrm>
            <a:off x="2613619" y="499581"/>
            <a:ext cx="7545452" cy="4013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9100" u="sng">
                <a:solidFill>
                  <a:srgbClr val="011993"/>
                </a:solidFill>
                <a:latin typeface="Zapfino"/>
                <a:ea typeface="Zapfino"/>
                <a:cs typeface="Zapfino"/>
                <a:sym typeface="Zapfino"/>
              </a:defRPr>
            </a:lvl1pPr>
          </a:lstStyle>
          <a:p>
            <a:pPr/>
            <a:r>
              <a:t>Conclusion</a:t>
            </a:r>
          </a:p>
        </p:txBody>
      </p:sp>
      <p:sp>
        <p:nvSpPr>
          <p:cNvPr id="210" name="Thank"/>
          <p:cNvSpPr txBox="1"/>
          <p:nvPr/>
        </p:nvSpPr>
        <p:spPr>
          <a:xfrm>
            <a:off x="16752713" y="7978442"/>
            <a:ext cx="6497829" cy="4521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just">
              <a:defRPr sz="10300">
                <a:solidFill>
                  <a:srgbClr val="FF2F92"/>
                </a:solidFill>
                <a:latin typeface="Zapfino"/>
                <a:ea typeface="Zapfino"/>
                <a:cs typeface="Zapfino"/>
                <a:sym typeface="Zapfino"/>
              </a:defRPr>
            </a:lvl1pPr>
          </a:lstStyle>
          <a:p>
            <a:pPr/>
            <a:r>
              <a:t>Thank </a:t>
            </a:r>
          </a:p>
        </p:txBody>
      </p:sp>
      <p:sp>
        <p:nvSpPr>
          <p:cNvPr id="211" name="You"/>
          <p:cNvSpPr txBox="1"/>
          <p:nvPr/>
        </p:nvSpPr>
        <p:spPr>
          <a:xfrm>
            <a:off x="20118356" y="9986085"/>
            <a:ext cx="2512378" cy="4013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9100">
                <a:solidFill>
                  <a:srgbClr val="FF2F92"/>
                </a:solidFill>
                <a:latin typeface="Zapfino"/>
                <a:ea typeface="Zapfino"/>
                <a:cs typeface="Zapfino"/>
                <a:sym typeface="Zapfino"/>
              </a:defRPr>
            </a:lvl1pPr>
          </a:lstStyle>
          <a:p>
            <a:pPr/>
            <a:r>
              <a:t>You</a:t>
            </a:r>
          </a:p>
        </p:txBody>
      </p:sp>
      <p:sp>
        <p:nvSpPr>
          <p:cNvPr id="212" name="In conclusion, understanding stored program organization is fundamental for anyone seeking to grasp the inner workings of computers. Its impact on the evolution of technology is undeniable, and its principles continue to shape the digital world we live i"/>
          <p:cNvSpPr txBox="1"/>
          <p:nvPr/>
        </p:nvSpPr>
        <p:spPr>
          <a:xfrm>
            <a:off x="4945" y="5025022"/>
            <a:ext cx="24345901" cy="2284426"/>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just">
              <a:defRPr>
                <a:solidFill>
                  <a:srgbClr val="000000"/>
                </a:solidFill>
              </a:defRPr>
            </a:lvl1pPr>
          </a:lstStyle>
          <a:p>
            <a:pPr/>
            <a:r>
              <a:t>In conclusion, understanding stored program organization is fundamental for anyone seeking to grasp the inner workings of computers. Its impact on the evolution of technology is undeniable, and its principles continue to shape the digital world we live in.</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New_Template1">
  <a:themeElements>
    <a:clrScheme name="New_Template1">
      <a:dk1>
        <a:srgbClr val="000000"/>
      </a:dk1>
      <a:lt1>
        <a:srgbClr val="FFFFFF"/>
      </a:lt1>
      <a:dk2>
        <a:srgbClr val="4F4F4F"/>
      </a:dk2>
      <a:lt2>
        <a:srgbClr val="BFBFBF"/>
      </a:lt2>
      <a:accent1>
        <a:srgbClr val="1B6BBC"/>
      </a:accent1>
      <a:accent2>
        <a:srgbClr val="42AAC9"/>
      </a:accent2>
      <a:accent3>
        <a:srgbClr val="518C15"/>
      </a:accent3>
      <a:accent4>
        <a:srgbClr val="DE9000"/>
      </a:accent4>
      <a:accent5>
        <a:srgbClr val="DB2800"/>
      </a:accent5>
      <a:accent6>
        <a:srgbClr val="B130C2"/>
      </a:accent6>
      <a:hlink>
        <a:srgbClr val="0000FF"/>
      </a:hlink>
      <a:folHlink>
        <a:srgbClr val="FF00FF"/>
      </a:folHlink>
    </a:clrScheme>
    <a:fontScheme name="New_Template1">
      <a:majorFont>
        <a:latin typeface="Avenir Light"/>
        <a:ea typeface="Avenir Light"/>
        <a:cs typeface="Avenir Light"/>
      </a:majorFont>
      <a:minorFont>
        <a:latin typeface="Avenir Light"/>
        <a:ea typeface="Avenir Light"/>
        <a:cs typeface="Avenir Light"/>
      </a:minorFont>
    </a:fontScheme>
    <a:fmtScheme name="New_Template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450000"/>
            <a:satOff val="-18071"/>
            <a:lumOff val="-14609"/>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all" i="0" spc="512" strike="noStrike" sz="3200" u="none" kumimoji="0" normalizeH="0">
            <a:ln>
              <a:noFill/>
            </a:ln>
            <a:solidFill>
              <a:srgbClr val="FFFFFF"/>
            </a:solidFill>
            <a:effectLst/>
            <a:uFillTx/>
            <a:latin typeface="Avenir Medium"/>
            <a:ea typeface="Avenir Medium"/>
            <a:cs typeface="Avenir Medium"/>
            <a:sym typeface="Avenir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FFFFFF"/>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New_Template1">
  <a:themeElements>
    <a:clrScheme name="New_Template1">
      <a:dk1>
        <a:srgbClr val="000000"/>
      </a:dk1>
      <a:lt1>
        <a:srgbClr val="FFFFFF"/>
      </a:lt1>
      <a:dk2>
        <a:srgbClr val="4F4F4F"/>
      </a:dk2>
      <a:lt2>
        <a:srgbClr val="BFBFBF"/>
      </a:lt2>
      <a:accent1>
        <a:srgbClr val="1B6BBC"/>
      </a:accent1>
      <a:accent2>
        <a:srgbClr val="42AAC9"/>
      </a:accent2>
      <a:accent3>
        <a:srgbClr val="518C15"/>
      </a:accent3>
      <a:accent4>
        <a:srgbClr val="DE9000"/>
      </a:accent4>
      <a:accent5>
        <a:srgbClr val="DB2800"/>
      </a:accent5>
      <a:accent6>
        <a:srgbClr val="B130C2"/>
      </a:accent6>
      <a:hlink>
        <a:srgbClr val="0000FF"/>
      </a:hlink>
      <a:folHlink>
        <a:srgbClr val="FF00FF"/>
      </a:folHlink>
    </a:clrScheme>
    <a:fontScheme name="New_Template1">
      <a:majorFont>
        <a:latin typeface="Avenir Light"/>
        <a:ea typeface="Avenir Light"/>
        <a:cs typeface="Avenir Light"/>
      </a:majorFont>
      <a:minorFont>
        <a:latin typeface="Avenir Light"/>
        <a:ea typeface="Avenir Light"/>
        <a:cs typeface="Avenir Light"/>
      </a:minorFont>
    </a:fontScheme>
    <a:fmtScheme name="New_Template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450000"/>
            <a:satOff val="-18071"/>
            <a:lumOff val="-14609"/>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all" i="0" spc="512" strike="noStrike" sz="3200" u="none" kumimoji="0" normalizeH="0">
            <a:ln>
              <a:noFill/>
            </a:ln>
            <a:solidFill>
              <a:srgbClr val="FFFFFF"/>
            </a:solidFill>
            <a:effectLst/>
            <a:uFillTx/>
            <a:latin typeface="Avenir Medium"/>
            <a:ea typeface="Avenir Medium"/>
            <a:cs typeface="Avenir Medium"/>
            <a:sym typeface="Avenir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825500" rtl="0" fontAlgn="auto" latinLnBrk="0" hangingPunct="0">
          <a:lnSpc>
            <a:spcPct val="100000"/>
          </a:lnSpc>
          <a:spcBef>
            <a:spcPts val="5900"/>
          </a:spcBef>
          <a:spcAft>
            <a:spcPts val="0"/>
          </a:spcAft>
          <a:buClrTx/>
          <a:buSzTx/>
          <a:buFontTx/>
          <a:buNone/>
          <a:tabLst/>
          <a:defRPr b="0" baseline="0" cap="none" i="0" spc="0" strike="noStrike" sz="5000" u="none" kumimoji="0" normalizeH="0">
            <a:ln>
              <a:noFill/>
            </a:ln>
            <a:solidFill>
              <a:srgbClr val="FFFFFF"/>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